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5"/>
  </p:sldMasterIdLst>
  <p:notesMasterIdLst>
    <p:notesMasterId r:id="rId15"/>
  </p:notesMasterIdLst>
  <p:handoutMasterIdLst>
    <p:handoutMasterId r:id="rId16"/>
  </p:handoutMasterIdLst>
  <p:sldIdLst>
    <p:sldId id="256" r:id="rId6"/>
    <p:sldId id="274" r:id="rId7"/>
    <p:sldId id="273" r:id="rId8"/>
    <p:sldId id="275" r:id="rId9"/>
    <p:sldId id="264" r:id="rId10"/>
    <p:sldId id="263" r:id="rId11"/>
    <p:sldId id="267" r:id="rId12"/>
    <p:sldId id="272" r:id="rId13"/>
    <p:sldId id="271" r:id="rId14"/>
  </p:sldIdLst>
  <p:sldSz cx="12192000" cy="6858000"/>
  <p:notesSz cx="6858000" cy="9144000"/>
  <p:custDataLst>
    <p:tags r:id="rId1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B62C"/>
    <a:srgbClr val="1E467D"/>
    <a:srgbClr val="6FAE40"/>
    <a:srgbClr val="4DA15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936" autoAdjust="0"/>
  </p:normalViewPr>
  <p:slideViewPr>
    <p:cSldViewPr snapToGrid="0">
      <p:cViewPr varScale="1">
        <p:scale>
          <a:sx n="97" d="100"/>
          <a:sy n="97" d="100"/>
        </p:scale>
        <p:origin x="96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918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99A0D-631E-433C-8D9A-62096BDE4393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F9015-3A23-4614-ADCC-162587A8393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03267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25870-6881-437C-8253-115FAB5C6C9A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EB736-B50B-4F9F-9788-167D831473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27058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089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710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D11B062-5355-9BDD-E092-2E67326BD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AF5E727-E271-8319-6C7E-166805707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90EBCE1-1B8A-8334-2564-08E854280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DBA224F-864D-79E2-B1F4-A5146CF0F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1119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9734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932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392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7760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0EB736-B50B-4F9F-9788-167D8314734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99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958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ctrTitle"/>
          </p:nvPr>
        </p:nvSpPr>
        <p:spPr bwMode="gray">
          <a:xfrm>
            <a:off x="916800" y="2286000"/>
            <a:ext cx="10363200" cy="1144800"/>
          </a:xfrm>
        </p:spPr>
        <p:txBody>
          <a:bodyPr vert="horz" anchor="ctr">
            <a:noAutofit/>
          </a:bodyPr>
          <a:lstStyle>
            <a:lvl1pPr algn="ctr">
              <a:defRPr sz="2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noProof="0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833600" y="3430800"/>
            <a:ext cx="8534400" cy="1753200"/>
          </a:xfrm>
        </p:spPr>
        <p:txBody>
          <a:bodyPr lIns="0" tIns="72000" rIns="0" bIns="72000">
            <a:no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8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9650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964800" y="4406400"/>
            <a:ext cx="10363200" cy="1360800"/>
          </a:xfrm>
        </p:spPr>
        <p:txBody>
          <a:bodyPr vert="horz" lIns="360000" rIns="90000" bIns="0" anchor="t">
            <a:no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964800" y="2905200"/>
            <a:ext cx="10363200" cy="1501200"/>
          </a:xfrm>
        </p:spPr>
        <p:txBody>
          <a:bodyPr lIns="360000" tIns="360000" rIns="360000" bIns="360000" anchor="b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title style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348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480853"/>
            <a:ext cx="1743312" cy="102547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01625" y="3970428"/>
            <a:ext cx="5184775" cy="1323474"/>
          </a:xfrm>
        </p:spPr>
        <p:txBody>
          <a:bodyPr tIns="0" bIns="0" anchor="b"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title style</a:t>
            </a:r>
            <a:endParaRPr lang="de-DE" noProof="0" dirty="0"/>
          </a:p>
        </p:txBody>
      </p:sp>
      <p:pic>
        <p:nvPicPr>
          <p:cNvPr id="7" name="Grafik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01625" y="5293902"/>
            <a:ext cx="5184775" cy="700237"/>
          </a:xfrm>
        </p:spPr>
        <p:txBody>
          <a:bodyPr tIns="0" bIns="0"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056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5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655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433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189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3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563625"/>
            <a:ext cx="11483974" cy="4961002"/>
          </a:xfrm>
        </p:spPr>
        <p:txBody>
          <a:bodyPr tIns="360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00038" y="883567"/>
            <a:ext cx="11483974" cy="540000"/>
          </a:xfrm>
          <a:solidFill>
            <a:schemeClr val="accent1"/>
          </a:solidFill>
        </p:spPr>
        <p:txBody>
          <a:bodyPr lIns="72000" tIns="72000" rIns="72000" bIns="72000"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299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03417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7" y="835199"/>
            <a:ext cx="11483975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0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49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585258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9" y="835199"/>
            <a:ext cx="5604438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835199"/>
            <a:ext cx="5605200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189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7231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300038" y="1375200"/>
            <a:ext cx="5603963" cy="5149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 bwMode="gray">
          <a:xfrm>
            <a:off x="6178812" y="1375200"/>
            <a:ext cx="5605200" cy="5149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 bwMode="gray">
          <a:xfrm>
            <a:off x="300038" y="835199"/>
            <a:ext cx="5603963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3"/>
          </p:nvPr>
        </p:nvSpPr>
        <p:spPr bwMode="gray">
          <a:xfrm>
            <a:off x="6179113" y="835199"/>
            <a:ext cx="5604899" cy="54000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3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64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2817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9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7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821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73485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 bwMode="gray">
          <a:xfrm>
            <a:off x="300038" y="835199"/>
            <a:ext cx="4451762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1"/>
          </p:nvPr>
        </p:nvSpPr>
        <p:spPr bwMode="gray">
          <a:xfrm>
            <a:off x="5039802" y="835199"/>
            <a:ext cx="6744210" cy="5689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486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29678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think-cell Folie" r:id="rId4" imgW="353" imgH="353" progId="TCLayout.ActiveDocument.1">
                  <p:embed/>
                </p:oleObj>
              </mc:Choice>
              <mc:Fallback>
                <p:oleObj name="think-cell Folie" r:id="rId4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2390641" y="5502325"/>
            <a:ext cx="7315200" cy="806400"/>
          </a:xfrm>
        </p:spPr>
        <p:txBody>
          <a:bodyPr vert="horz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 bwMode="gray">
          <a:xfrm>
            <a:off x="2390641" y="835199"/>
            <a:ext cx="7315200" cy="3960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/>
          </p:nvPr>
        </p:nvSpPr>
        <p:spPr bwMode="gray">
          <a:xfrm>
            <a:off x="2390641" y="4802400"/>
            <a:ext cx="7315200" cy="565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platzhalter 1"/>
          <p:cNvSpPr txBox="1">
            <a:spLocks/>
          </p:cNvSpPr>
          <p:nvPr userDrawn="1"/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178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37091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think-cell Folie" r:id="rId16" imgW="353" imgH="353" progId="TCLayout.ActiveDocument.1">
                  <p:embed/>
                </p:oleObj>
              </mc:Choice>
              <mc:Fallback>
                <p:oleObj name="think-cell Folie" r:id="rId16" imgW="353" imgH="35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de-DE" sz="1800" b="1" i="0" baseline="0" dirty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00038" y="113217"/>
            <a:ext cx="9540874" cy="594000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300038" y="837588"/>
            <a:ext cx="11483974" cy="5687038"/>
          </a:xfrm>
          <a:prstGeom prst="rect">
            <a:avLst/>
          </a:prstGeom>
        </p:spPr>
        <p:txBody>
          <a:bodyPr vert="horz" lIns="0" tIns="360000" rIns="0" bIns="360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461" y="230400"/>
            <a:ext cx="1725025" cy="35963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526" y="6622963"/>
            <a:ext cx="1743312" cy="115814"/>
          </a:xfrm>
          <a:prstGeom prst="rect">
            <a:avLst/>
          </a:prstGeom>
        </p:spPr>
      </p:pic>
      <p:sp>
        <p:nvSpPr>
          <p:cNvPr id="11" name="Text Box 7"/>
          <p:cNvSpPr txBox="1">
            <a:spLocks noChangeArrowheads="1"/>
          </p:cNvSpPr>
          <p:nvPr/>
        </p:nvSpPr>
        <p:spPr bwMode="auto">
          <a:xfrm rot="16200000">
            <a:off x="9022855" y="3614034"/>
            <a:ext cx="5911865" cy="31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6800" rIns="46800">
            <a:spAutoFit/>
          </a:bodyPr>
          <a:lstStyle>
            <a:lvl1pPr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1600" b="1">
                <a:solidFill>
                  <a:schemeClr val="tx2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© 2022, KOSTAL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Automobil</a:t>
            </a:r>
            <a:r>
              <a:rPr lang="en-US" altLang="de-DE" sz="770" b="0" noProof="0" dirty="0">
                <a:solidFill>
                  <a:schemeClr val="tx2"/>
                </a:solidFill>
              </a:rPr>
              <a:t> </a:t>
            </a:r>
            <a:r>
              <a:rPr lang="en-US" altLang="de-DE" sz="770" b="0" noProof="0" dirty="0" err="1">
                <a:solidFill>
                  <a:schemeClr val="tx2"/>
                </a:solidFill>
              </a:rPr>
              <a:t>Elektrik</a:t>
            </a:r>
            <a:r>
              <a:rPr lang="en-US" altLang="de-DE" sz="770" b="0" noProof="0" dirty="0">
                <a:solidFill>
                  <a:schemeClr val="tx2"/>
                </a:solidFill>
              </a:rPr>
              <a:t> GmbH &amp; Co. KG. Contents and presentation are protected world-wide. Any kind of using,</a:t>
            </a:r>
          </a:p>
          <a:p>
            <a:pPr algn="ctr">
              <a:lnSpc>
                <a:spcPct val="95000"/>
              </a:lnSpc>
              <a:buClr>
                <a:srgbClr val="000000"/>
              </a:buClr>
              <a:buSzPct val="100000"/>
              <a:defRPr/>
            </a:pPr>
            <a:r>
              <a:rPr lang="en-US" altLang="de-DE" sz="770" b="0" noProof="0" dirty="0">
                <a:solidFill>
                  <a:schemeClr val="tx2"/>
                </a:solidFill>
              </a:rPr>
              <a:t>copying etc. is prohibited without prior permission. All rights - incl. Industrial property rights - are reserved.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0" y="783507"/>
            <a:ext cx="12193847" cy="36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e-DE" sz="1600" b="0" dirty="0" err="1">
              <a:solidFill>
                <a:schemeClr val="tx1"/>
              </a:solidFill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  <a:prstGeom prst="rect">
            <a:avLst/>
          </a:prstGeom>
        </p:spPr>
        <p:txBody>
          <a:bodyPr lIns="0" rIns="0"/>
          <a:lstStyle>
            <a:lvl1pPr>
              <a:defRPr sz="900"/>
            </a:lvl1pPr>
          </a:lstStyle>
          <a:p>
            <a:r>
              <a:rPr lang="de-DE" sz="900" noProof="0">
                <a:solidFill>
                  <a:schemeClr val="tx2"/>
                </a:solidFill>
              </a:rPr>
              <a:t>Occasion / Author / </a:t>
            </a:r>
            <a:r>
              <a:rPr lang="nn-NO" sz="900" noProof="0">
                <a:solidFill>
                  <a:schemeClr val="tx2"/>
                </a:solidFill>
              </a:rPr>
              <a:t>KOMAK </a:t>
            </a:r>
            <a:r>
              <a:rPr lang="nn-NO" sz="900" noProof="0" dirty="0">
                <a:solidFill>
                  <a:schemeClr val="tx2"/>
                </a:solidFill>
              </a:rPr>
              <a:t>/ SAP-DocuLink implementation at KOMAK / Kristina K. / 29.08.2022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15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655065" y="6558471"/>
            <a:ext cx="881871" cy="24479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rgbClr val="1E467D"/>
                </a:solidFill>
              </a:defRPr>
            </a:lvl1pPr>
          </a:lstStyle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195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Tx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42000" indent="-342000" algn="l" defTabSz="6858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Wingdings" panose="05000000000000000000" pitchFamily="2" charset="2"/>
        <a:buChar char="§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741600" indent="-3420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144800" indent="-2304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165600" algn="l" defTabSz="6858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04" userDrawn="1">
          <p15:clr>
            <a:srgbClr val="F26B43"/>
          </p15:clr>
        </p15:guide>
        <p15:guide id="2" pos="189">
          <p15:clr>
            <a:srgbClr val="F26B43"/>
          </p15:clr>
        </p15:guide>
        <p15:guide id="3" pos="7423">
          <p15:clr>
            <a:srgbClr val="F26B43"/>
          </p15:clr>
        </p15:guide>
        <p15:guide id="4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18.png"/><Relationship Id="rId18" Type="http://schemas.openxmlformats.org/officeDocument/2006/relationships/image" Target="NUL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NUL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image" Target="NULL"/><Relationship Id="rId19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media" Target="../media/media2.mp4"/><Relationship Id="rId7" Type="http://schemas.openxmlformats.org/officeDocument/2006/relationships/image" Target="../media/image2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2.mp4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1" dirty="0"/>
              <a:t>Automation of Data Flow </a:t>
            </a:r>
            <a:r>
              <a:rPr lang="en-US" sz="2400" b="1" dirty="0" smtClean="0"/>
              <a:t>from </a:t>
            </a:r>
            <a:r>
              <a:rPr lang="en-US" sz="2400" b="1" dirty="0"/>
              <a:t>Volkswagen BEON to SAP </a:t>
            </a:r>
            <a:r>
              <a:rPr lang="en-US" sz="2400" b="1" dirty="0" err="1"/>
              <a:t>DocuLink</a:t>
            </a:r>
            <a:endParaRPr lang="en-US" sz="2400" b="1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1200" y="3588455"/>
            <a:ext cx="8534400" cy="1753200"/>
          </a:xfrm>
        </p:spPr>
        <p:txBody>
          <a:bodyPr/>
          <a:lstStyle/>
          <a:p>
            <a:r>
              <a:rPr lang="de-DE" dirty="0"/>
              <a:t>Presented by: Blagoja </a:t>
            </a:r>
            <a:r>
              <a:rPr lang="de-DE" dirty="0" smtClean="0"/>
              <a:t>Pavleski</a:t>
            </a:r>
          </a:p>
          <a:p>
            <a:r>
              <a:rPr lang="de-DE" dirty="0" smtClean="0"/>
              <a:t>AQA intern</a:t>
            </a:r>
          </a:p>
          <a:p>
            <a:endParaRPr lang="de-DE" dirty="0" smtClean="0"/>
          </a:p>
          <a:p>
            <a:r>
              <a:rPr lang="de-DE" dirty="0" smtClean="0"/>
              <a:t>Mentor: Mitko Talevski</a:t>
            </a:r>
          </a:p>
          <a:p>
            <a:r>
              <a:rPr lang="de-DE" dirty="0" smtClean="0"/>
              <a:t>AQA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019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overview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95738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8B1037F-964B-7EDC-6F7D-64F2ED350504}"/>
              </a:ext>
            </a:extLst>
          </p:cNvPr>
          <p:cNvSpPr txBox="1">
            <a:spLocks/>
          </p:cNvSpPr>
          <p:nvPr/>
        </p:nvSpPr>
        <p:spPr>
          <a:xfrm>
            <a:off x="300037" y="995511"/>
            <a:ext cx="11429999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22" name="Forme libre 3">
            <a:extLst>
              <a:ext uri="{FF2B5EF4-FFF2-40B4-BE49-F238E27FC236}">
                <a16:creationId xmlns:a16="http://schemas.microsoft.com/office/drawing/2014/main" xmlns="" id="{6D5CE20F-B71E-5522-AF06-1118D4A51069}"/>
              </a:ext>
            </a:extLst>
          </p:cNvPr>
          <p:cNvSpPr/>
          <p:nvPr/>
        </p:nvSpPr>
        <p:spPr>
          <a:xfrm>
            <a:off x="6677842" y="2219650"/>
            <a:ext cx="2934504" cy="2919693"/>
          </a:xfrm>
          <a:custGeom>
            <a:avLst/>
            <a:gdLst>
              <a:gd name="csX0" fmla="*/ 2934505 w 2934504"/>
              <a:gd name="csY0" fmla="*/ 2376134 h 2919693"/>
              <a:gd name="csX1" fmla="*/ 2390945 w 2934504"/>
              <a:gd name="csY1" fmla="*/ 1832574 h 2919693"/>
              <a:gd name="csX2" fmla="*/ 2390945 w 2934504"/>
              <a:gd name="csY2" fmla="*/ 2098698 h 2919693"/>
              <a:gd name="csX3" fmla="*/ 1492397 w 2934504"/>
              <a:gd name="csY3" fmla="*/ 2098698 h 2919693"/>
              <a:gd name="csX4" fmla="*/ 1349073 w 2934504"/>
              <a:gd name="csY4" fmla="*/ 2005636 h 2919693"/>
              <a:gd name="csX5" fmla="*/ 530993 w 2934504"/>
              <a:gd name="csY5" fmla="*/ 164809 h 2919693"/>
              <a:gd name="csX6" fmla="*/ 164810 w 2934504"/>
              <a:gd name="csY6" fmla="*/ 23934 h 2919693"/>
              <a:gd name="csX7" fmla="*/ 164810 w 2934504"/>
              <a:gd name="csY7" fmla="*/ 23934 h 2919693"/>
              <a:gd name="csX8" fmla="*/ 23934 w 2934504"/>
              <a:gd name="csY8" fmla="*/ 390117 h 2919693"/>
              <a:gd name="csX9" fmla="*/ 956651 w 2934504"/>
              <a:gd name="csY9" fmla="*/ 2488787 h 2919693"/>
              <a:gd name="csX10" fmla="*/ 1221026 w 2934504"/>
              <a:gd name="csY10" fmla="*/ 2653337 h 2919693"/>
              <a:gd name="csX11" fmla="*/ 1221026 w 2934504"/>
              <a:gd name="csY11" fmla="*/ 2653569 h 2919693"/>
              <a:gd name="csX12" fmla="*/ 2390945 w 2934504"/>
              <a:gd name="csY12" fmla="*/ 2653569 h 2919693"/>
              <a:gd name="csX13" fmla="*/ 2390945 w 2934504"/>
              <a:gd name="csY13" fmla="*/ 2919693 h 2919693"/>
              <a:gd name="csX14" fmla="*/ 2934505 w 2934504"/>
              <a:gd name="csY14" fmla="*/ 2376134 h 2919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34504" h="2919693">
                <a:moveTo>
                  <a:pt x="2934505" y="2376134"/>
                </a:moveTo>
                <a:lnTo>
                  <a:pt x="2390945" y="1832574"/>
                </a:lnTo>
                <a:lnTo>
                  <a:pt x="2390945" y="2098698"/>
                </a:lnTo>
                <a:lnTo>
                  <a:pt x="1492397" y="2098698"/>
                </a:lnTo>
                <a:cubicBezTo>
                  <a:pt x="1430472" y="2098698"/>
                  <a:pt x="1374263" y="2062196"/>
                  <a:pt x="1349073" y="2005636"/>
                </a:cubicBezTo>
                <a:lnTo>
                  <a:pt x="530993" y="164809"/>
                </a:lnTo>
                <a:cubicBezTo>
                  <a:pt x="468718" y="24867"/>
                  <a:pt x="304869" y="-38224"/>
                  <a:pt x="164810" y="23934"/>
                </a:cubicBezTo>
                <a:lnTo>
                  <a:pt x="164810" y="23934"/>
                </a:lnTo>
                <a:cubicBezTo>
                  <a:pt x="24867" y="86208"/>
                  <a:pt x="-38224" y="250058"/>
                  <a:pt x="23934" y="390117"/>
                </a:cubicBezTo>
                <a:lnTo>
                  <a:pt x="956651" y="2488787"/>
                </a:lnTo>
                <a:cubicBezTo>
                  <a:pt x="1004114" y="2595610"/>
                  <a:pt x="1110821" y="2657535"/>
                  <a:pt x="1221026" y="2653337"/>
                </a:cubicBezTo>
                <a:lnTo>
                  <a:pt x="1221026" y="2653569"/>
                </a:lnTo>
                <a:lnTo>
                  <a:pt x="2390945" y="2653569"/>
                </a:lnTo>
                <a:lnTo>
                  <a:pt x="2390945" y="2919693"/>
                </a:lnTo>
                <a:lnTo>
                  <a:pt x="2934505" y="23761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8" name="Forme libre 4">
            <a:extLst>
              <a:ext uri="{FF2B5EF4-FFF2-40B4-BE49-F238E27FC236}">
                <a16:creationId xmlns:a16="http://schemas.microsoft.com/office/drawing/2014/main" xmlns="" id="{7D19BE95-DF50-2D72-8CA3-9B4978E466D6}"/>
              </a:ext>
            </a:extLst>
          </p:cNvPr>
          <p:cNvSpPr/>
          <p:nvPr/>
        </p:nvSpPr>
        <p:spPr>
          <a:xfrm>
            <a:off x="4578588" y="1718656"/>
            <a:ext cx="1710151" cy="3154473"/>
          </a:xfrm>
          <a:custGeom>
            <a:avLst/>
            <a:gdLst>
              <a:gd name="csX0" fmla="*/ 1686217 w 1710151"/>
              <a:gd name="csY0" fmla="*/ 2764357 h 3154473"/>
              <a:gd name="csX1" fmla="*/ 643646 w 1710151"/>
              <a:gd name="csY1" fmla="*/ 418339 h 3154473"/>
              <a:gd name="csX2" fmla="*/ 640964 w 1710151"/>
              <a:gd name="csY2" fmla="*/ 412158 h 3154473"/>
              <a:gd name="csX3" fmla="*/ 530992 w 1710151"/>
              <a:gd name="csY3" fmla="*/ 164809 h 3154473"/>
              <a:gd name="csX4" fmla="*/ 164809 w 1710151"/>
              <a:gd name="csY4" fmla="*/ 23934 h 3154473"/>
              <a:gd name="csX5" fmla="*/ 164809 w 1710151"/>
              <a:gd name="csY5" fmla="*/ 23934 h 3154473"/>
              <a:gd name="csX6" fmla="*/ 23934 w 1710151"/>
              <a:gd name="csY6" fmla="*/ 390117 h 3154473"/>
              <a:gd name="csX7" fmla="*/ 133905 w 1710151"/>
              <a:gd name="csY7" fmla="*/ 637465 h 3154473"/>
              <a:gd name="csX8" fmla="*/ 136588 w 1710151"/>
              <a:gd name="csY8" fmla="*/ 643646 h 3154473"/>
              <a:gd name="csX9" fmla="*/ 1179159 w 1710151"/>
              <a:gd name="csY9" fmla="*/ 2989665 h 3154473"/>
              <a:gd name="csX10" fmla="*/ 1545342 w 1710151"/>
              <a:gd name="csY10" fmla="*/ 3130540 h 3154473"/>
              <a:gd name="csX11" fmla="*/ 1545342 w 1710151"/>
              <a:gd name="csY11" fmla="*/ 3130540 h 3154473"/>
              <a:gd name="csX12" fmla="*/ 1686217 w 1710151"/>
              <a:gd name="csY12" fmla="*/ 2764357 h 31544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10151" h="3154473">
                <a:moveTo>
                  <a:pt x="1686217" y="2764357"/>
                </a:moveTo>
                <a:lnTo>
                  <a:pt x="643646" y="418339"/>
                </a:lnTo>
                <a:lnTo>
                  <a:pt x="640964" y="412158"/>
                </a:lnTo>
                <a:lnTo>
                  <a:pt x="530992" y="164809"/>
                </a:lnTo>
                <a:cubicBezTo>
                  <a:pt x="468718" y="24867"/>
                  <a:pt x="304869" y="-38224"/>
                  <a:pt x="164809" y="23934"/>
                </a:cubicBezTo>
                <a:lnTo>
                  <a:pt x="164809" y="23934"/>
                </a:lnTo>
                <a:cubicBezTo>
                  <a:pt x="24867" y="86208"/>
                  <a:pt x="-38224" y="250058"/>
                  <a:pt x="23934" y="390117"/>
                </a:cubicBezTo>
                <a:lnTo>
                  <a:pt x="133905" y="637465"/>
                </a:lnTo>
                <a:lnTo>
                  <a:pt x="136588" y="643646"/>
                </a:lnTo>
                <a:lnTo>
                  <a:pt x="1179159" y="2989665"/>
                </a:lnTo>
                <a:cubicBezTo>
                  <a:pt x="1241434" y="3129608"/>
                  <a:pt x="1405283" y="3192698"/>
                  <a:pt x="1545342" y="3130540"/>
                </a:cubicBezTo>
                <a:lnTo>
                  <a:pt x="1545342" y="3130540"/>
                </a:lnTo>
                <a:cubicBezTo>
                  <a:pt x="1685284" y="3068266"/>
                  <a:pt x="1748375" y="2904417"/>
                  <a:pt x="1686217" y="276435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39" name="Forme libre 5">
            <a:extLst>
              <a:ext uri="{FF2B5EF4-FFF2-40B4-BE49-F238E27FC236}">
                <a16:creationId xmlns:a16="http://schemas.microsoft.com/office/drawing/2014/main" xmlns="" id="{978583D1-E934-677C-4822-3A40F634D0F0}"/>
              </a:ext>
            </a:extLst>
          </p:cNvPr>
          <p:cNvSpPr/>
          <p:nvPr/>
        </p:nvSpPr>
        <p:spPr>
          <a:xfrm>
            <a:off x="5733512" y="2219582"/>
            <a:ext cx="1487777" cy="2653731"/>
          </a:xfrm>
          <a:custGeom>
            <a:avLst/>
            <a:gdLst>
              <a:gd name="csX0" fmla="*/ 1322901 w 1487777"/>
              <a:gd name="csY0" fmla="*/ 24001 h 2653731"/>
              <a:gd name="csX1" fmla="*/ 1322901 w 1487777"/>
              <a:gd name="csY1" fmla="*/ 24001 h 2653731"/>
              <a:gd name="csX2" fmla="*/ 956718 w 1487777"/>
              <a:gd name="csY2" fmla="*/ 164877 h 2653731"/>
              <a:gd name="csX3" fmla="*/ 24001 w 1487777"/>
              <a:gd name="csY3" fmla="*/ 2263548 h 2653731"/>
              <a:gd name="csX4" fmla="*/ 164877 w 1487777"/>
              <a:gd name="csY4" fmla="*/ 2629730 h 2653731"/>
              <a:gd name="csX5" fmla="*/ 164877 w 1487777"/>
              <a:gd name="csY5" fmla="*/ 2629730 h 2653731"/>
              <a:gd name="csX6" fmla="*/ 531060 w 1487777"/>
              <a:gd name="csY6" fmla="*/ 2488855 h 2653731"/>
              <a:gd name="csX7" fmla="*/ 1463776 w 1487777"/>
              <a:gd name="csY7" fmla="*/ 390185 h 2653731"/>
              <a:gd name="csX8" fmla="*/ 1322901 w 1487777"/>
              <a:gd name="csY8" fmla="*/ 24001 h 2653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487777" h="2653731">
                <a:moveTo>
                  <a:pt x="1322901" y="24001"/>
                </a:moveTo>
                <a:lnTo>
                  <a:pt x="1322901" y="24001"/>
                </a:lnTo>
                <a:cubicBezTo>
                  <a:pt x="1182842" y="-38273"/>
                  <a:pt x="1018993" y="24818"/>
                  <a:pt x="956718" y="164877"/>
                </a:cubicBezTo>
                <a:lnTo>
                  <a:pt x="24001" y="2263548"/>
                </a:lnTo>
                <a:cubicBezTo>
                  <a:pt x="-38273" y="2403490"/>
                  <a:pt x="24818" y="2567456"/>
                  <a:pt x="164877" y="2629730"/>
                </a:cubicBezTo>
                <a:lnTo>
                  <a:pt x="164877" y="2629730"/>
                </a:lnTo>
                <a:cubicBezTo>
                  <a:pt x="304820" y="2692005"/>
                  <a:pt x="468785" y="2628914"/>
                  <a:pt x="531060" y="2488855"/>
                </a:cubicBezTo>
                <a:lnTo>
                  <a:pt x="1463776" y="390185"/>
                </a:lnTo>
                <a:cubicBezTo>
                  <a:pt x="1526051" y="250125"/>
                  <a:pt x="1462960" y="86276"/>
                  <a:pt x="1322901" y="24001"/>
                </a:cubicBezTo>
                <a:close/>
              </a:path>
            </a:pathLst>
          </a:custGeom>
          <a:solidFill>
            <a:schemeClr val="accent5"/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40" name="Forme libre 6">
            <a:extLst>
              <a:ext uri="{FF2B5EF4-FFF2-40B4-BE49-F238E27FC236}">
                <a16:creationId xmlns:a16="http://schemas.microsoft.com/office/drawing/2014/main" xmlns="" id="{F180D05B-2793-A8E3-8DE5-80B40B8312CF}"/>
              </a:ext>
            </a:extLst>
          </p:cNvPr>
          <p:cNvSpPr/>
          <p:nvPr/>
        </p:nvSpPr>
        <p:spPr>
          <a:xfrm>
            <a:off x="2579653" y="1718705"/>
            <a:ext cx="2554278" cy="3154566"/>
          </a:xfrm>
          <a:custGeom>
            <a:avLst/>
            <a:gdLst>
              <a:gd name="csX0" fmla="*/ 2389635 w 2554278"/>
              <a:gd name="csY0" fmla="*/ 24001 h 3154566"/>
              <a:gd name="csX1" fmla="*/ 2389635 w 2554278"/>
              <a:gd name="csY1" fmla="*/ 24001 h 3154566"/>
              <a:gd name="csX2" fmla="*/ 2023452 w 2554278"/>
              <a:gd name="csY2" fmla="*/ 164877 h 3154566"/>
              <a:gd name="csX3" fmla="*/ 1913480 w 2554278"/>
              <a:gd name="csY3" fmla="*/ 412225 h 3154566"/>
              <a:gd name="csX4" fmla="*/ 1910798 w 2554278"/>
              <a:gd name="csY4" fmla="*/ 418406 h 3154566"/>
              <a:gd name="csX5" fmla="*/ 982746 w 2554278"/>
              <a:gd name="csY5" fmla="*/ 2506581 h 3154566"/>
              <a:gd name="csX6" fmla="*/ 839422 w 2554278"/>
              <a:gd name="csY6" fmla="*/ 2599643 h 3154566"/>
              <a:gd name="csX7" fmla="*/ 0 w 2554278"/>
              <a:gd name="csY7" fmla="*/ 2599643 h 3154566"/>
              <a:gd name="csX8" fmla="*/ 277436 w 2554278"/>
              <a:gd name="csY8" fmla="*/ 2877079 h 3154566"/>
              <a:gd name="csX9" fmla="*/ 0 w 2554278"/>
              <a:gd name="csY9" fmla="*/ 3154514 h 3154566"/>
              <a:gd name="csX10" fmla="*/ 1115808 w 2554278"/>
              <a:gd name="csY10" fmla="*/ 3154514 h 3154566"/>
              <a:gd name="csX11" fmla="*/ 1375051 w 2554278"/>
              <a:gd name="csY11" fmla="*/ 2989732 h 3154566"/>
              <a:gd name="csX12" fmla="*/ 2417623 w 2554278"/>
              <a:gd name="csY12" fmla="*/ 643713 h 3154566"/>
              <a:gd name="csX13" fmla="*/ 2420305 w 2554278"/>
              <a:gd name="csY13" fmla="*/ 637533 h 3154566"/>
              <a:gd name="csX14" fmla="*/ 2530277 w 2554278"/>
              <a:gd name="csY14" fmla="*/ 390184 h 3154566"/>
              <a:gd name="csX15" fmla="*/ 2389401 w 2554278"/>
              <a:gd name="csY15" fmla="*/ 24001 h 31545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54278" h="3154566">
                <a:moveTo>
                  <a:pt x="2389635" y="24001"/>
                </a:moveTo>
                <a:lnTo>
                  <a:pt x="2389635" y="24001"/>
                </a:lnTo>
                <a:cubicBezTo>
                  <a:pt x="2249576" y="-38273"/>
                  <a:pt x="2085726" y="24818"/>
                  <a:pt x="2023452" y="164877"/>
                </a:cubicBezTo>
                <a:lnTo>
                  <a:pt x="1913480" y="412225"/>
                </a:lnTo>
                <a:lnTo>
                  <a:pt x="1910798" y="418406"/>
                </a:lnTo>
                <a:lnTo>
                  <a:pt x="982746" y="2506581"/>
                </a:lnTo>
                <a:cubicBezTo>
                  <a:pt x="957556" y="2563258"/>
                  <a:pt x="901463" y="2599643"/>
                  <a:pt x="839422" y="2599643"/>
                </a:cubicBezTo>
                <a:lnTo>
                  <a:pt x="0" y="2599643"/>
                </a:lnTo>
                <a:lnTo>
                  <a:pt x="277436" y="2877079"/>
                </a:lnTo>
                <a:lnTo>
                  <a:pt x="0" y="3154514"/>
                </a:lnTo>
                <a:lnTo>
                  <a:pt x="1115808" y="3154514"/>
                </a:lnTo>
                <a:cubicBezTo>
                  <a:pt x="1224147" y="3156613"/>
                  <a:pt x="1328288" y="3094922"/>
                  <a:pt x="1375051" y="2989732"/>
                </a:cubicBezTo>
                <a:lnTo>
                  <a:pt x="2417623" y="643713"/>
                </a:lnTo>
                <a:lnTo>
                  <a:pt x="2420305" y="637533"/>
                </a:lnTo>
                <a:lnTo>
                  <a:pt x="2530277" y="390184"/>
                </a:lnTo>
                <a:cubicBezTo>
                  <a:pt x="2592551" y="250242"/>
                  <a:pt x="2529461" y="86276"/>
                  <a:pt x="2389401" y="24001"/>
                </a:cubicBezTo>
                <a:close/>
              </a:path>
            </a:pathLst>
          </a:custGeom>
          <a:solidFill>
            <a:schemeClr val="accent4"/>
          </a:solidFill>
          <a:ln w="11661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786AB9E0-3C31-CF94-C6F6-4FF15165653E}"/>
              </a:ext>
            </a:extLst>
          </p:cNvPr>
          <p:cNvGrpSpPr/>
          <p:nvPr/>
        </p:nvGrpSpPr>
        <p:grpSpPr>
          <a:xfrm>
            <a:off x="8095960" y="2219582"/>
            <a:ext cx="2926080" cy="1105487"/>
            <a:chOff x="8921977" y="1242150"/>
            <a:chExt cx="2926080" cy="110548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8DF71DC4-404C-1C28-0FBB-8274778B5797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 smtClean="0"/>
                <a:t>The Solution</a:t>
              </a:r>
              <a:endParaRPr lang="en-US" sz="2400" b="1" noProof="1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65F0FC6E-E435-200A-6339-C61A4B393987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 </a:t>
              </a:r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two-stage </a:t>
              </a:r>
              <a:r>
                <a:rPr lang="en-US" sz="12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Software Automation solution </a:t>
              </a:r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developed using Microsoft Power </a:t>
              </a:r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Automate</a:t>
              </a:r>
              <a:r>
                <a:rPr lang="en-US" sz="12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8F09B3C2-60EA-C295-ED17-EBB68959D769}"/>
              </a:ext>
            </a:extLst>
          </p:cNvPr>
          <p:cNvGrpSpPr/>
          <p:nvPr/>
        </p:nvGrpSpPr>
        <p:grpSpPr>
          <a:xfrm>
            <a:off x="4512297" y="4900021"/>
            <a:ext cx="2926080" cy="1105487"/>
            <a:chOff x="8921977" y="1242150"/>
            <a:chExt cx="2926080" cy="110548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8A740CA3-9C92-9C59-EBC6-00BAFB94CEA7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 smtClean="0"/>
                <a:t>The Goal</a:t>
              </a:r>
              <a:endParaRPr lang="en-US" sz="2400" b="1" noProof="1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F6B66A80-7452-7828-9DFE-A29D90E848AD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646331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Automate repetitive tasks, reduce manual data entry, and improve processing efficiency.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CC464919-7A14-DDD5-E299-F8846AD3EBB0}"/>
              </a:ext>
            </a:extLst>
          </p:cNvPr>
          <p:cNvGrpSpPr/>
          <p:nvPr/>
        </p:nvGrpSpPr>
        <p:grpSpPr>
          <a:xfrm>
            <a:off x="719958" y="1718656"/>
            <a:ext cx="2926080" cy="1290153"/>
            <a:chOff x="8921977" y="1242150"/>
            <a:chExt cx="2926080" cy="129015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xmlns="" id="{3027D437-92A6-C5DE-0681-938D065E9B96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noProof="1" smtClean="0"/>
                <a:t>The Challenge</a:t>
              </a:r>
              <a:endParaRPr lang="en-US" sz="2400" b="1" noProof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E955C0C1-1FF2-1EA9-9B3E-5CA85DB50CC4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de-DE"/>
              </a:defPPr>
              <a:lvl1pPr algn="just"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dirty="0"/>
                <a:t>A repetitive manual process required transferring customer response information between VW BEON Portal and SAP </a:t>
              </a:r>
              <a:r>
                <a:rPr lang="en-US" dirty="0" err="1"/>
                <a:t>DocuLink</a:t>
              </a:r>
              <a:r>
                <a:rPr lang="en-US" dirty="0"/>
                <a:t>.</a:t>
              </a:r>
              <a:endParaRPr lang="en-US" noProof="1"/>
            </a:p>
          </p:txBody>
        </p:sp>
      </p:grpSp>
      <p:pic>
        <p:nvPicPr>
          <p:cNvPr id="50" name="Graphic 16" descr="Crawl with solid fill">
            <a:extLst>
              <a:ext uri="{FF2B5EF4-FFF2-40B4-BE49-F238E27FC236}">
                <a16:creationId xmlns:a16="http://schemas.microsoft.com/office/drawing/2014/main" xmlns="" id="{2D956475-9933-8E88-E74A-1DAE5B864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30640" y="4005629"/>
            <a:ext cx="1097280" cy="1097280"/>
          </a:xfrm>
          <a:prstGeom prst="rect">
            <a:avLst/>
          </a:prstGeom>
        </p:spPr>
      </p:pic>
      <p:pic>
        <p:nvPicPr>
          <p:cNvPr id="51" name="Graphic 17" descr="Run with solid fill">
            <a:extLst>
              <a:ext uri="{FF2B5EF4-FFF2-40B4-BE49-F238E27FC236}">
                <a16:creationId xmlns:a16="http://schemas.microsoft.com/office/drawing/2014/main" xmlns="" id="{88542092-6C17-A42B-D262-B97608221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9964080" y="3837466"/>
            <a:ext cx="1097280" cy="1097280"/>
          </a:xfrm>
          <a:prstGeom prst="rect">
            <a:avLst/>
          </a:prstGeom>
        </p:spPr>
      </p:pic>
      <p:pic>
        <p:nvPicPr>
          <p:cNvPr id="52" name="Graphic 19" descr="Badge 1 with solid fill">
            <a:extLst>
              <a:ext uri="{FF2B5EF4-FFF2-40B4-BE49-F238E27FC236}">
                <a16:creationId xmlns:a16="http://schemas.microsoft.com/office/drawing/2014/main" xmlns="" id="{5BD1D425-0D4B-DF6A-A212-5CB8B29CB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642280" y="1821009"/>
            <a:ext cx="398573" cy="398573"/>
          </a:xfrm>
          <a:prstGeom prst="rect">
            <a:avLst/>
          </a:prstGeom>
        </p:spPr>
      </p:pic>
      <p:pic>
        <p:nvPicPr>
          <p:cNvPr id="53" name="Graphic 21" descr="Badge with solid fill">
            <a:extLst>
              <a:ext uri="{FF2B5EF4-FFF2-40B4-BE49-F238E27FC236}">
                <a16:creationId xmlns:a16="http://schemas.microsoft.com/office/drawing/2014/main" xmlns="" id="{46FE1FEC-D031-61BF-B0AC-C4CC5F4108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5815730" y="4391531"/>
            <a:ext cx="398573" cy="398573"/>
          </a:xfrm>
          <a:prstGeom prst="rect">
            <a:avLst/>
          </a:prstGeom>
        </p:spPr>
      </p:pic>
      <p:pic>
        <p:nvPicPr>
          <p:cNvPr id="54" name="Graphic 22" descr="Badge 3 with solid fill">
            <a:extLst>
              <a:ext uri="{FF2B5EF4-FFF2-40B4-BE49-F238E27FC236}">
                <a16:creationId xmlns:a16="http://schemas.microsoft.com/office/drawing/2014/main" xmlns="" id="{DE2CBEA7-565A-FBFB-B2FF-7498912B9C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6753057" y="2301425"/>
            <a:ext cx="398573" cy="39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6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04F68E-7479-5C5F-F7C1-260D1FBC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C2FED81F-9B46-1575-45DB-AA4C7225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Before Automation: The Manual Workflow</a:t>
            </a:r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5E84AAC-AB39-790B-52CD-048A70BA1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F7CE67FB-171A-35F0-FF2D-C1B860479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712" y="5983648"/>
            <a:ext cx="7224200" cy="3195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928046" y="6042872"/>
            <a:ext cx="6912866" cy="218008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>
              <a:lnSpc>
                <a:spcPts val="1743"/>
              </a:lnSpc>
            </a:pPr>
            <a:r>
              <a:rPr sz="1125" b="0" i="0" u="none" dirty="0">
                <a:solidFill>
                  <a:srgbClr val="1E40AF"/>
                </a:solidFill>
                <a:latin typeface="Inter Medium"/>
              </a:rPr>
              <a:t>Process Drawbacks: </a:t>
            </a:r>
            <a:r>
              <a:rPr lang="en-US" sz="1125" dirty="0">
                <a:solidFill>
                  <a:srgbClr val="1E40AF"/>
                </a:solidFill>
                <a:latin typeface="Inter Medium"/>
              </a:rPr>
              <a:t>Repetitive work • Manual data entry • Time consumption • Risk of human error</a:t>
            </a:r>
            <a:endParaRPr sz="1125" b="0" i="0" u="none" dirty="0">
              <a:solidFill>
                <a:srgbClr val="1E40AF"/>
              </a:solidFill>
              <a:latin typeface="Inter Medium"/>
            </a:endParaRP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608" y="6068362"/>
            <a:ext cx="142875" cy="150079"/>
          </a:xfrm>
          <a:prstGeom prst="rect">
            <a:avLst/>
          </a:prstGeom>
        </p:spPr>
      </p:pic>
      <p:sp>
        <p:nvSpPr>
          <p:cNvPr id="54" name="Forme libre 15">
            <a:extLst>
              <a:ext uri="{FF2B5EF4-FFF2-40B4-BE49-F238E27FC236}">
                <a16:creationId xmlns:a16="http://schemas.microsoft.com/office/drawing/2014/main" xmlns="" id="{5CB8CCBA-FBA9-167D-9D02-A8DC9C69671B}"/>
              </a:ext>
            </a:extLst>
          </p:cNvPr>
          <p:cNvSpPr/>
          <p:nvPr/>
        </p:nvSpPr>
        <p:spPr>
          <a:xfrm>
            <a:off x="3226614" y="3102259"/>
            <a:ext cx="1869714" cy="89502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6 w 1128356"/>
              <a:gd name="csY2" fmla="*/ 540137 h 540137"/>
              <a:gd name="csX3" fmla="*/ 412022 w 1128356"/>
              <a:gd name="csY3" fmla="*/ 349606 h 540137"/>
              <a:gd name="csX4" fmla="*/ 712392 w 1128356"/>
              <a:gd name="csY4" fmla="*/ 349606 h 540137"/>
              <a:gd name="csX5" fmla="*/ 1034984 w 1128356"/>
              <a:gd name="csY5" fmla="*/ 66320 h 540137"/>
              <a:gd name="csX6" fmla="*/ 1029697 w 1128356"/>
              <a:gd name="csY6" fmla="*/ 61570 h 540137"/>
              <a:gd name="csX7" fmla="*/ 1023873 w 1128356"/>
              <a:gd name="csY7" fmla="*/ 57178 h 540137"/>
              <a:gd name="csX8" fmla="*/ 858364 w 1128356"/>
              <a:gd name="csY8" fmla="*/ 0 h 540137"/>
              <a:gd name="csX9" fmla="*/ 270082 w 1128356"/>
              <a:gd name="csY9" fmla="*/ 0 h 540137"/>
              <a:gd name="csX10" fmla="*/ 102782 w 1128356"/>
              <a:gd name="csY10" fmla="*/ 58522 h 540137"/>
              <a:gd name="csX11" fmla="*/ 97047 w 1128356"/>
              <a:gd name="csY11" fmla="*/ 63003 h 540137"/>
              <a:gd name="csX12" fmla="*/ 91760 w 1128356"/>
              <a:gd name="csY12" fmla="*/ 67753 h 540137"/>
              <a:gd name="csX13" fmla="*/ 0 w 1128356"/>
              <a:gd name="csY13" fmla="*/ 270115 h 540137"/>
              <a:gd name="csX14" fmla="*/ 91760 w 1128356"/>
              <a:gd name="csY14" fmla="*/ 472474 h 540137"/>
              <a:gd name="csX15" fmla="*/ 198842 w 1128356"/>
              <a:gd name="csY15" fmla="*/ 304886 h 540137"/>
              <a:gd name="csX16" fmla="*/ 190509 w 1128356"/>
              <a:gd name="csY16" fmla="*/ 270115 h 540137"/>
              <a:gd name="csX17" fmla="*/ 198842 w 1128356"/>
              <a:gd name="csY17" fmla="*/ 235341 h 540137"/>
              <a:gd name="csX18" fmla="*/ 204219 w 1128356"/>
              <a:gd name="csY18" fmla="*/ 225574 h 540137"/>
              <a:gd name="csX19" fmla="*/ 210044 w 1128356"/>
              <a:gd name="csY19" fmla="*/ 218583 h 540137"/>
              <a:gd name="csX20" fmla="*/ 270082 w 1128356"/>
              <a:gd name="csY20" fmla="*/ 190621 h 540137"/>
              <a:gd name="csX21" fmla="*/ 858364 w 1128356"/>
              <a:gd name="csY21" fmla="*/ 190621 h 540137"/>
              <a:gd name="csX22" fmla="*/ 915356 w 1128356"/>
              <a:gd name="csY22" fmla="*/ 214907 h 540137"/>
              <a:gd name="csX23" fmla="*/ 920822 w 1128356"/>
              <a:gd name="csY23" fmla="*/ 221539 h 540137"/>
              <a:gd name="csX24" fmla="*/ 926468 w 1128356"/>
              <a:gd name="csY24" fmla="*/ 229696 h 540137"/>
              <a:gd name="csX25" fmla="*/ 937848 w 1128356"/>
              <a:gd name="csY25" fmla="*/ 270115 h 540137"/>
              <a:gd name="csX26" fmla="*/ 926468 w 1128356"/>
              <a:gd name="csY26" fmla="*/ 310533 h 540137"/>
              <a:gd name="csX27" fmla="*/ 1034984 w 1128356"/>
              <a:gd name="csY27" fmla="*/ 473909 h 540137"/>
              <a:gd name="csX28" fmla="*/ 1128356 w 1128356"/>
              <a:gd name="csY28" fmla="*/ 270115 h 540137"/>
              <a:gd name="csX29" fmla="*/ 1034984 w 1128356"/>
              <a:gd name="csY29" fmla="*/ 66320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6" y="540137"/>
                </a:lnTo>
                <a:cubicBezTo>
                  <a:pt x="371340" y="484663"/>
                  <a:pt x="399656" y="419958"/>
                  <a:pt x="412022" y="349606"/>
                </a:cubicBezTo>
                <a:lnTo>
                  <a:pt x="712392" y="349606"/>
                </a:lnTo>
                <a:close/>
                <a:moveTo>
                  <a:pt x="1034984" y="66320"/>
                </a:moveTo>
                <a:cubicBezTo>
                  <a:pt x="1033192" y="64795"/>
                  <a:pt x="1031579" y="63093"/>
                  <a:pt x="1029697" y="61570"/>
                </a:cubicBezTo>
                <a:cubicBezTo>
                  <a:pt x="1027815" y="60047"/>
                  <a:pt x="1025755" y="58701"/>
                  <a:pt x="1023873" y="57178"/>
                </a:cubicBezTo>
                <a:cubicBezTo>
                  <a:pt x="978082" y="21510"/>
                  <a:pt x="920733" y="0"/>
                  <a:pt x="858364" y="0"/>
                </a:cubicBezTo>
                <a:lnTo>
                  <a:pt x="270082" y="0"/>
                </a:lnTo>
                <a:cubicBezTo>
                  <a:pt x="206907" y="0"/>
                  <a:pt x="148841" y="21959"/>
                  <a:pt x="102782" y="58522"/>
                </a:cubicBezTo>
                <a:cubicBezTo>
                  <a:pt x="100900" y="60047"/>
                  <a:pt x="98928" y="61480"/>
                  <a:pt x="97047" y="63003"/>
                </a:cubicBezTo>
                <a:cubicBezTo>
                  <a:pt x="95254" y="64528"/>
                  <a:pt x="93552" y="66230"/>
                  <a:pt x="91760" y="67753"/>
                </a:cubicBezTo>
                <a:cubicBezTo>
                  <a:pt x="35664" y="117313"/>
                  <a:pt x="0" y="189547"/>
                  <a:pt x="0" y="270115"/>
                </a:cubicBezTo>
                <a:cubicBezTo>
                  <a:pt x="0" y="350682"/>
                  <a:pt x="35664" y="422916"/>
                  <a:pt x="91760" y="472474"/>
                </a:cubicBezTo>
                <a:cubicBezTo>
                  <a:pt x="148572" y="435283"/>
                  <a:pt x="188627" y="374969"/>
                  <a:pt x="198842" y="304886"/>
                </a:cubicBezTo>
                <a:cubicBezTo>
                  <a:pt x="193645" y="294311"/>
                  <a:pt x="190509" y="282660"/>
                  <a:pt x="190509" y="270115"/>
                </a:cubicBezTo>
                <a:cubicBezTo>
                  <a:pt x="190509" y="257566"/>
                  <a:pt x="193645" y="245918"/>
                  <a:pt x="198842" y="235341"/>
                </a:cubicBezTo>
                <a:cubicBezTo>
                  <a:pt x="200455" y="231937"/>
                  <a:pt x="202158" y="228620"/>
                  <a:pt x="204219" y="225574"/>
                </a:cubicBezTo>
                <a:cubicBezTo>
                  <a:pt x="205922" y="223064"/>
                  <a:pt x="207983" y="220824"/>
                  <a:pt x="210044" y="218583"/>
                </a:cubicBezTo>
                <a:cubicBezTo>
                  <a:pt x="224650" y="201644"/>
                  <a:pt x="245977" y="190621"/>
                  <a:pt x="270082" y="190621"/>
                </a:cubicBezTo>
                <a:lnTo>
                  <a:pt x="858364" y="190621"/>
                </a:lnTo>
                <a:cubicBezTo>
                  <a:pt x="880767" y="190621"/>
                  <a:pt x="900929" y="200031"/>
                  <a:pt x="915356" y="214907"/>
                </a:cubicBezTo>
                <a:cubicBezTo>
                  <a:pt x="917327" y="216971"/>
                  <a:pt x="919030" y="219299"/>
                  <a:pt x="920822" y="221539"/>
                </a:cubicBezTo>
                <a:cubicBezTo>
                  <a:pt x="922883" y="224139"/>
                  <a:pt x="924765" y="226828"/>
                  <a:pt x="926468" y="229696"/>
                </a:cubicBezTo>
                <a:cubicBezTo>
                  <a:pt x="933547" y="241616"/>
                  <a:pt x="937848" y="255326"/>
                  <a:pt x="937848" y="270115"/>
                </a:cubicBezTo>
                <a:cubicBezTo>
                  <a:pt x="937848" y="284901"/>
                  <a:pt x="933547" y="298613"/>
                  <a:pt x="926468" y="310533"/>
                </a:cubicBezTo>
                <a:cubicBezTo>
                  <a:pt x="938117" y="379091"/>
                  <a:pt x="978530" y="437882"/>
                  <a:pt x="1034984" y="473909"/>
                </a:cubicBezTo>
                <a:cubicBezTo>
                  <a:pt x="1092065" y="424349"/>
                  <a:pt x="1128356" y="351488"/>
                  <a:pt x="1128356" y="270115"/>
                </a:cubicBezTo>
                <a:cubicBezTo>
                  <a:pt x="1128356" y="188739"/>
                  <a:pt x="1092065" y="115880"/>
                  <a:pt x="1034984" y="66320"/>
                </a:cubicBezTo>
                <a:close/>
              </a:path>
            </a:pathLst>
          </a:custGeom>
          <a:solidFill>
            <a:schemeClr val="accent5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5" name="Forme libre 16">
            <a:extLst>
              <a:ext uri="{FF2B5EF4-FFF2-40B4-BE49-F238E27FC236}">
                <a16:creationId xmlns:a16="http://schemas.microsoft.com/office/drawing/2014/main" xmlns="" id="{302833D2-88D1-B9E9-646E-A36F551CEEEA}"/>
              </a:ext>
            </a:extLst>
          </p:cNvPr>
          <p:cNvSpPr/>
          <p:nvPr/>
        </p:nvSpPr>
        <p:spPr>
          <a:xfrm>
            <a:off x="694660" y="3102334"/>
            <a:ext cx="1869565" cy="894871"/>
          </a:xfrm>
          <a:custGeom>
            <a:avLst/>
            <a:gdLst>
              <a:gd name="csX0" fmla="*/ 1034894 w 1128266"/>
              <a:gd name="csY0" fmla="*/ 66320 h 540047"/>
              <a:gd name="csX1" fmla="*/ 1029607 w 1128266"/>
              <a:gd name="csY1" fmla="*/ 61570 h 540047"/>
              <a:gd name="csX2" fmla="*/ 1023783 w 1128266"/>
              <a:gd name="csY2" fmla="*/ 57178 h 540047"/>
              <a:gd name="csX3" fmla="*/ 858275 w 1128266"/>
              <a:gd name="csY3" fmla="*/ 0 h 540047"/>
              <a:gd name="csX4" fmla="*/ 269992 w 1128266"/>
              <a:gd name="csY4" fmla="*/ 0 h 540047"/>
              <a:gd name="csX5" fmla="*/ 0 w 1128266"/>
              <a:gd name="csY5" fmla="*/ 270025 h 540047"/>
              <a:gd name="csX6" fmla="*/ 269992 w 1128266"/>
              <a:gd name="csY6" fmla="*/ 540047 h 540047"/>
              <a:gd name="csX7" fmla="*/ 793577 w 1128266"/>
              <a:gd name="csY7" fmla="*/ 540047 h 540047"/>
              <a:gd name="csX8" fmla="*/ 712392 w 1128266"/>
              <a:gd name="csY8" fmla="*/ 349516 h 540047"/>
              <a:gd name="csX9" fmla="*/ 269992 w 1128266"/>
              <a:gd name="csY9" fmla="*/ 349516 h 540047"/>
              <a:gd name="csX10" fmla="*/ 190509 w 1128266"/>
              <a:gd name="csY10" fmla="*/ 270025 h 540047"/>
              <a:gd name="csX11" fmla="*/ 269992 w 1128266"/>
              <a:gd name="csY11" fmla="*/ 190531 h 540047"/>
              <a:gd name="csX12" fmla="*/ 858275 w 1128266"/>
              <a:gd name="csY12" fmla="*/ 190531 h 540047"/>
              <a:gd name="csX13" fmla="*/ 915266 w 1128266"/>
              <a:gd name="csY13" fmla="*/ 214818 h 540047"/>
              <a:gd name="csX14" fmla="*/ 920733 w 1128266"/>
              <a:gd name="csY14" fmla="*/ 221452 h 540047"/>
              <a:gd name="csX15" fmla="*/ 926378 w 1128266"/>
              <a:gd name="csY15" fmla="*/ 229606 h 540047"/>
              <a:gd name="csX16" fmla="*/ 937758 w 1128266"/>
              <a:gd name="csY16" fmla="*/ 270025 h 540047"/>
              <a:gd name="csX17" fmla="*/ 926378 w 1128266"/>
              <a:gd name="csY17" fmla="*/ 310443 h 540047"/>
              <a:gd name="csX18" fmla="*/ 1034894 w 1128266"/>
              <a:gd name="csY18" fmla="*/ 473820 h 540047"/>
              <a:gd name="csX19" fmla="*/ 1128267 w 1128266"/>
              <a:gd name="csY19" fmla="*/ 270025 h 540047"/>
              <a:gd name="csX20" fmla="*/ 1034894 w 1128266"/>
              <a:gd name="csY20" fmla="*/ 66230 h 540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8266" h="540047">
                <a:moveTo>
                  <a:pt x="1034894" y="66320"/>
                </a:moveTo>
                <a:cubicBezTo>
                  <a:pt x="1033102" y="64795"/>
                  <a:pt x="1031489" y="63093"/>
                  <a:pt x="1029607" y="61570"/>
                </a:cubicBezTo>
                <a:cubicBezTo>
                  <a:pt x="1027726" y="60047"/>
                  <a:pt x="1025665" y="58701"/>
                  <a:pt x="1023783" y="57178"/>
                </a:cubicBezTo>
                <a:cubicBezTo>
                  <a:pt x="977993" y="21510"/>
                  <a:pt x="920643" y="0"/>
                  <a:pt x="858275" y="0"/>
                </a:cubicBezTo>
                <a:lnTo>
                  <a:pt x="269992" y="0"/>
                </a:lnTo>
                <a:cubicBezTo>
                  <a:pt x="121062" y="0"/>
                  <a:pt x="0" y="121166"/>
                  <a:pt x="0" y="270025"/>
                </a:cubicBezTo>
                <a:cubicBezTo>
                  <a:pt x="0" y="418882"/>
                  <a:pt x="121151" y="540047"/>
                  <a:pt x="269992" y="540047"/>
                </a:cubicBezTo>
                <a:lnTo>
                  <a:pt x="793577" y="540047"/>
                </a:lnTo>
                <a:cubicBezTo>
                  <a:pt x="753074" y="484573"/>
                  <a:pt x="724758" y="419868"/>
                  <a:pt x="712392" y="349516"/>
                </a:cubicBezTo>
                <a:lnTo>
                  <a:pt x="269992" y="349516"/>
                </a:lnTo>
                <a:cubicBezTo>
                  <a:pt x="226173" y="349516"/>
                  <a:pt x="190509" y="313848"/>
                  <a:pt x="190509" y="270025"/>
                </a:cubicBezTo>
                <a:cubicBezTo>
                  <a:pt x="190509" y="226200"/>
                  <a:pt x="226173" y="190531"/>
                  <a:pt x="269992" y="190531"/>
                </a:cubicBezTo>
                <a:lnTo>
                  <a:pt x="858275" y="190531"/>
                </a:lnTo>
                <a:cubicBezTo>
                  <a:pt x="880677" y="190531"/>
                  <a:pt x="900839" y="199942"/>
                  <a:pt x="915266" y="214818"/>
                </a:cubicBezTo>
                <a:cubicBezTo>
                  <a:pt x="917238" y="216881"/>
                  <a:pt x="918940" y="219211"/>
                  <a:pt x="920733" y="221452"/>
                </a:cubicBezTo>
                <a:cubicBezTo>
                  <a:pt x="922794" y="224049"/>
                  <a:pt x="924675" y="226738"/>
                  <a:pt x="926378" y="229606"/>
                </a:cubicBezTo>
                <a:cubicBezTo>
                  <a:pt x="933457" y="241526"/>
                  <a:pt x="937758" y="255236"/>
                  <a:pt x="937758" y="270025"/>
                </a:cubicBezTo>
                <a:cubicBezTo>
                  <a:pt x="937758" y="284811"/>
                  <a:pt x="933457" y="298523"/>
                  <a:pt x="926378" y="310443"/>
                </a:cubicBezTo>
                <a:cubicBezTo>
                  <a:pt x="938027" y="379001"/>
                  <a:pt x="978441" y="437792"/>
                  <a:pt x="1034894" y="473820"/>
                </a:cubicBezTo>
                <a:cubicBezTo>
                  <a:pt x="1091975" y="424260"/>
                  <a:pt x="1128267" y="351400"/>
                  <a:pt x="1128267" y="270025"/>
                </a:cubicBezTo>
                <a:cubicBezTo>
                  <a:pt x="1128267" y="188650"/>
                  <a:pt x="1091975" y="115790"/>
                  <a:pt x="1034894" y="66230"/>
                </a:cubicBezTo>
                <a:close/>
              </a:path>
            </a:pathLst>
          </a:custGeom>
          <a:solidFill>
            <a:schemeClr val="accent4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6" name="Forme libre 17">
            <a:extLst>
              <a:ext uri="{FF2B5EF4-FFF2-40B4-BE49-F238E27FC236}">
                <a16:creationId xmlns:a16="http://schemas.microsoft.com/office/drawing/2014/main" xmlns="" id="{4CDB7BF0-82F1-93E0-347D-E03698A15152}"/>
              </a:ext>
            </a:extLst>
          </p:cNvPr>
          <p:cNvSpPr/>
          <p:nvPr/>
        </p:nvSpPr>
        <p:spPr>
          <a:xfrm>
            <a:off x="5759163" y="3102259"/>
            <a:ext cx="1869714" cy="89502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6 w 1128356"/>
              <a:gd name="csY2" fmla="*/ 540137 h 540137"/>
              <a:gd name="csX3" fmla="*/ 412022 w 1128356"/>
              <a:gd name="csY3" fmla="*/ 349606 h 540137"/>
              <a:gd name="csX4" fmla="*/ 712392 w 1128356"/>
              <a:gd name="csY4" fmla="*/ 349606 h 540137"/>
              <a:gd name="csX5" fmla="*/ 1034894 w 1128356"/>
              <a:gd name="csY5" fmla="*/ 66320 h 540137"/>
              <a:gd name="csX6" fmla="*/ 1029608 w 1128356"/>
              <a:gd name="csY6" fmla="*/ 61570 h 540137"/>
              <a:gd name="csX7" fmla="*/ 1023783 w 1128356"/>
              <a:gd name="csY7" fmla="*/ 57178 h 540137"/>
              <a:gd name="csX8" fmla="*/ 858275 w 1128356"/>
              <a:gd name="csY8" fmla="*/ 0 h 540137"/>
              <a:gd name="csX9" fmla="*/ 269992 w 1128356"/>
              <a:gd name="csY9" fmla="*/ 0 h 540137"/>
              <a:gd name="csX10" fmla="*/ 102692 w 1128356"/>
              <a:gd name="csY10" fmla="*/ 58522 h 540137"/>
              <a:gd name="csX11" fmla="*/ 102602 w 1128356"/>
              <a:gd name="csY11" fmla="*/ 58522 h 540137"/>
              <a:gd name="csX12" fmla="*/ 97047 w 1128356"/>
              <a:gd name="csY12" fmla="*/ 62913 h 540137"/>
              <a:gd name="csX13" fmla="*/ 91760 w 1128356"/>
              <a:gd name="csY13" fmla="*/ 67663 h 540137"/>
              <a:gd name="csX14" fmla="*/ 0 w 1128356"/>
              <a:gd name="csY14" fmla="*/ 270025 h 540137"/>
              <a:gd name="csX15" fmla="*/ 91760 w 1128356"/>
              <a:gd name="csY15" fmla="*/ 472386 h 540137"/>
              <a:gd name="csX16" fmla="*/ 198842 w 1128356"/>
              <a:gd name="csY16" fmla="*/ 304796 h 540137"/>
              <a:gd name="csX17" fmla="*/ 190509 w 1128356"/>
              <a:gd name="csY17" fmla="*/ 270025 h 540137"/>
              <a:gd name="csX18" fmla="*/ 198842 w 1128356"/>
              <a:gd name="csY18" fmla="*/ 235251 h 540137"/>
              <a:gd name="csX19" fmla="*/ 204219 w 1128356"/>
              <a:gd name="csY19" fmla="*/ 225484 h 540137"/>
              <a:gd name="csX20" fmla="*/ 209864 w 1128356"/>
              <a:gd name="csY20" fmla="*/ 218673 h 540137"/>
              <a:gd name="csX21" fmla="*/ 210044 w 1128356"/>
              <a:gd name="csY21" fmla="*/ 218494 h 540137"/>
              <a:gd name="csX22" fmla="*/ 270082 w 1128356"/>
              <a:gd name="csY22" fmla="*/ 190531 h 540137"/>
              <a:gd name="csX23" fmla="*/ 858365 w 1128356"/>
              <a:gd name="csY23" fmla="*/ 190531 h 540137"/>
              <a:gd name="csX24" fmla="*/ 915356 w 1128356"/>
              <a:gd name="csY24" fmla="*/ 214818 h 540137"/>
              <a:gd name="csX25" fmla="*/ 920822 w 1128356"/>
              <a:gd name="csY25" fmla="*/ 221452 h 540137"/>
              <a:gd name="csX26" fmla="*/ 926468 w 1128356"/>
              <a:gd name="csY26" fmla="*/ 229606 h 540137"/>
              <a:gd name="csX27" fmla="*/ 937848 w 1128356"/>
              <a:gd name="csY27" fmla="*/ 270025 h 540137"/>
              <a:gd name="csX28" fmla="*/ 926468 w 1128356"/>
              <a:gd name="csY28" fmla="*/ 310443 h 540137"/>
              <a:gd name="csX29" fmla="*/ 1034984 w 1128356"/>
              <a:gd name="csY29" fmla="*/ 473820 h 540137"/>
              <a:gd name="csX30" fmla="*/ 1128356 w 1128356"/>
              <a:gd name="csY30" fmla="*/ 270025 h 540137"/>
              <a:gd name="csX31" fmla="*/ 1034984 w 1128356"/>
              <a:gd name="csY31" fmla="*/ 66230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6" y="540137"/>
                </a:lnTo>
                <a:cubicBezTo>
                  <a:pt x="371340" y="484663"/>
                  <a:pt x="399656" y="419958"/>
                  <a:pt x="412022" y="349606"/>
                </a:cubicBezTo>
                <a:lnTo>
                  <a:pt x="712392" y="349606"/>
                </a:lnTo>
                <a:close/>
                <a:moveTo>
                  <a:pt x="1034894" y="66320"/>
                </a:moveTo>
                <a:cubicBezTo>
                  <a:pt x="1033103" y="64795"/>
                  <a:pt x="1031489" y="63093"/>
                  <a:pt x="1029608" y="61570"/>
                </a:cubicBezTo>
                <a:cubicBezTo>
                  <a:pt x="1027726" y="60047"/>
                  <a:pt x="1025665" y="58701"/>
                  <a:pt x="1023783" y="57178"/>
                </a:cubicBezTo>
                <a:cubicBezTo>
                  <a:pt x="977993" y="21510"/>
                  <a:pt x="920643" y="0"/>
                  <a:pt x="858275" y="0"/>
                </a:cubicBezTo>
                <a:lnTo>
                  <a:pt x="269992" y="0"/>
                </a:lnTo>
                <a:cubicBezTo>
                  <a:pt x="206818" y="0"/>
                  <a:pt x="148751" y="21959"/>
                  <a:pt x="102692" y="58522"/>
                </a:cubicBezTo>
                <a:cubicBezTo>
                  <a:pt x="102692" y="58522"/>
                  <a:pt x="102692" y="58522"/>
                  <a:pt x="102602" y="58522"/>
                </a:cubicBezTo>
                <a:cubicBezTo>
                  <a:pt x="100720" y="59957"/>
                  <a:pt x="98839" y="61390"/>
                  <a:pt x="97047" y="62913"/>
                </a:cubicBezTo>
                <a:cubicBezTo>
                  <a:pt x="95254" y="64438"/>
                  <a:pt x="93552" y="66140"/>
                  <a:pt x="91760" y="67663"/>
                </a:cubicBezTo>
                <a:cubicBezTo>
                  <a:pt x="35664" y="117223"/>
                  <a:pt x="0" y="189457"/>
                  <a:pt x="0" y="270025"/>
                </a:cubicBezTo>
                <a:cubicBezTo>
                  <a:pt x="0" y="350593"/>
                  <a:pt x="35664" y="422827"/>
                  <a:pt x="91760" y="472386"/>
                </a:cubicBezTo>
                <a:cubicBezTo>
                  <a:pt x="148572" y="435283"/>
                  <a:pt x="188627" y="374879"/>
                  <a:pt x="198842" y="304796"/>
                </a:cubicBezTo>
                <a:cubicBezTo>
                  <a:pt x="193645" y="294222"/>
                  <a:pt x="190509" y="282571"/>
                  <a:pt x="190509" y="270025"/>
                </a:cubicBezTo>
                <a:cubicBezTo>
                  <a:pt x="190509" y="257477"/>
                  <a:pt x="193645" y="245828"/>
                  <a:pt x="198842" y="235251"/>
                </a:cubicBezTo>
                <a:cubicBezTo>
                  <a:pt x="200455" y="231847"/>
                  <a:pt x="202158" y="228530"/>
                  <a:pt x="204219" y="225484"/>
                </a:cubicBezTo>
                <a:cubicBezTo>
                  <a:pt x="205921" y="223064"/>
                  <a:pt x="207893" y="220913"/>
                  <a:pt x="209864" y="218673"/>
                </a:cubicBezTo>
                <a:cubicBezTo>
                  <a:pt x="209864" y="218673"/>
                  <a:pt x="209954" y="218583"/>
                  <a:pt x="210044" y="218494"/>
                </a:cubicBezTo>
                <a:cubicBezTo>
                  <a:pt x="224650" y="201554"/>
                  <a:pt x="245977" y="190531"/>
                  <a:pt x="270082" y="190531"/>
                </a:cubicBezTo>
                <a:lnTo>
                  <a:pt x="858365" y="190531"/>
                </a:lnTo>
                <a:cubicBezTo>
                  <a:pt x="880767" y="190531"/>
                  <a:pt x="900929" y="199942"/>
                  <a:pt x="915356" y="214818"/>
                </a:cubicBezTo>
                <a:cubicBezTo>
                  <a:pt x="917327" y="216881"/>
                  <a:pt x="919030" y="219211"/>
                  <a:pt x="920822" y="221452"/>
                </a:cubicBezTo>
                <a:cubicBezTo>
                  <a:pt x="922883" y="224049"/>
                  <a:pt x="924765" y="226738"/>
                  <a:pt x="926468" y="229606"/>
                </a:cubicBezTo>
                <a:cubicBezTo>
                  <a:pt x="933547" y="241526"/>
                  <a:pt x="937848" y="255236"/>
                  <a:pt x="937848" y="270025"/>
                </a:cubicBezTo>
                <a:cubicBezTo>
                  <a:pt x="937848" y="284811"/>
                  <a:pt x="933547" y="298523"/>
                  <a:pt x="926468" y="310443"/>
                </a:cubicBezTo>
                <a:cubicBezTo>
                  <a:pt x="938117" y="379001"/>
                  <a:pt x="978530" y="437792"/>
                  <a:pt x="1034984" y="473820"/>
                </a:cubicBezTo>
                <a:cubicBezTo>
                  <a:pt x="1092065" y="424260"/>
                  <a:pt x="1128356" y="351400"/>
                  <a:pt x="1128356" y="270025"/>
                </a:cubicBezTo>
                <a:cubicBezTo>
                  <a:pt x="1128356" y="188650"/>
                  <a:pt x="1092065" y="115790"/>
                  <a:pt x="1034984" y="66230"/>
                </a:cubicBezTo>
                <a:close/>
              </a:path>
            </a:pathLst>
          </a:custGeom>
          <a:solidFill>
            <a:schemeClr val="accent6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7" name="Forme libre 18">
            <a:extLst>
              <a:ext uri="{FF2B5EF4-FFF2-40B4-BE49-F238E27FC236}">
                <a16:creationId xmlns:a16="http://schemas.microsoft.com/office/drawing/2014/main" xmlns="" id="{6975255B-3398-7218-703C-E2AC52440CC4}"/>
              </a:ext>
            </a:extLst>
          </p:cNvPr>
          <p:cNvSpPr/>
          <p:nvPr/>
        </p:nvSpPr>
        <p:spPr>
          <a:xfrm>
            <a:off x="8292603" y="3102259"/>
            <a:ext cx="1869714" cy="89502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7 w 1128356"/>
              <a:gd name="csY2" fmla="*/ 540137 h 540137"/>
              <a:gd name="csX3" fmla="*/ 412023 w 1128356"/>
              <a:gd name="csY3" fmla="*/ 349606 h 540137"/>
              <a:gd name="csX4" fmla="*/ 712392 w 1128356"/>
              <a:gd name="csY4" fmla="*/ 349606 h 540137"/>
              <a:gd name="csX5" fmla="*/ 1034984 w 1128356"/>
              <a:gd name="csY5" fmla="*/ 66320 h 540137"/>
              <a:gd name="csX6" fmla="*/ 1029697 w 1128356"/>
              <a:gd name="csY6" fmla="*/ 61570 h 540137"/>
              <a:gd name="csX7" fmla="*/ 1023873 w 1128356"/>
              <a:gd name="csY7" fmla="*/ 57178 h 540137"/>
              <a:gd name="csX8" fmla="*/ 858365 w 1128356"/>
              <a:gd name="csY8" fmla="*/ 0 h 540137"/>
              <a:gd name="csX9" fmla="*/ 270082 w 1128356"/>
              <a:gd name="csY9" fmla="*/ 0 h 540137"/>
              <a:gd name="csX10" fmla="*/ 102782 w 1128356"/>
              <a:gd name="csY10" fmla="*/ 58522 h 540137"/>
              <a:gd name="csX11" fmla="*/ 102334 w 1128356"/>
              <a:gd name="csY11" fmla="*/ 58881 h 540137"/>
              <a:gd name="csX12" fmla="*/ 97047 w 1128356"/>
              <a:gd name="csY12" fmla="*/ 63003 h 540137"/>
              <a:gd name="csX13" fmla="*/ 91760 w 1128356"/>
              <a:gd name="csY13" fmla="*/ 67753 h 540137"/>
              <a:gd name="csX14" fmla="*/ 0 w 1128356"/>
              <a:gd name="csY14" fmla="*/ 270115 h 540137"/>
              <a:gd name="csX15" fmla="*/ 91760 w 1128356"/>
              <a:gd name="csY15" fmla="*/ 472474 h 540137"/>
              <a:gd name="csX16" fmla="*/ 198842 w 1128356"/>
              <a:gd name="csY16" fmla="*/ 304886 h 540137"/>
              <a:gd name="csX17" fmla="*/ 190509 w 1128356"/>
              <a:gd name="csY17" fmla="*/ 270115 h 540137"/>
              <a:gd name="csX18" fmla="*/ 198842 w 1128356"/>
              <a:gd name="csY18" fmla="*/ 235341 h 540137"/>
              <a:gd name="csX19" fmla="*/ 204219 w 1128356"/>
              <a:gd name="csY19" fmla="*/ 225574 h 540137"/>
              <a:gd name="csX20" fmla="*/ 209327 w 1128356"/>
              <a:gd name="csY20" fmla="*/ 219388 h 540137"/>
              <a:gd name="csX21" fmla="*/ 210044 w 1128356"/>
              <a:gd name="csY21" fmla="*/ 218583 h 540137"/>
              <a:gd name="csX22" fmla="*/ 270082 w 1128356"/>
              <a:gd name="csY22" fmla="*/ 190621 h 540137"/>
              <a:gd name="csX23" fmla="*/ 858365 w 1128356"/>
              <a:gd name="csY23" fmla="*/ 190621 h 540137"/>
              <a:gd name="csX24" fmla="*/ 915356 w 1128356"/>
              <a:gd name="csY24" fmla="*/ 214907 h 540137"/>
              <a:gd name="csX25" fmla="*/ 920822 w 1128356"/>
              <a:gd name="csY25" fmla="*/ 221539 h 540137"/>
              <a:gd name="csX26" fmla="*/ 926468 w 1128356"/>
              <a:gd name="csY26" fmla="*/ 229696 h 540137"/>
              <a:gd name="csX27" fmla="*/ 937848 w 1128356"/>
              <a:gd name="csY27" fmla="*/ 270115 h 540137"/>
              <a:gd name="csX28" fmla="*/ 926468 w 1128356"/>
              <a:gd name="csY28" fmla="*/ 310533 h 540137"/>
              <a:gd name="csX29" fmla="*/ 1034984 w 1128356"/>
              <a:gd name="csY29" fmla="*/ 473909 h 540137"/>
              <a:gd name="csX30" fmla="*/ 1128357 w 1128356"/>
              <a:gd name="csY30" fmla="*/ 270115 h 540137"/>
              <a:gd name="csX31" fmla="*/ 1034984 w 1128356"/>
              <a:gd name="csY31" fmla="*/ 66320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7" y="540137"/>
                </a:lnTo>
                <a:cubicBezTo>
                  <a:pt x="371340" y="484663"/>
                  <a:pt x="399656" y="419958"/>
                  <a:pt x="412023" y="349606"/>
                </a:cubicBezTo>
                <a:lnTo>
                  <a:pt x="712392" y="349606"/>
                </a:lnTo>
                <a:close/>
                <a:moveTo>
                  <a:pt x="1034984" y="66320"/>
                </a:moveTo>
                <a:cubicBezTo>
                  <a:pt x="1033192" y="64795"/>
                  <a:pt x="1031579" y="63093"/>
                  <a:pt x="1029697" y="61570"/>
                </a:cubicBezTo>
                <a:cubicBezTo>
                  <a:pt x="1027815" y="60047"/>
                  <a:pt x="1025755" y="58701"/>
                  <a:pt x="1023873" y="57178"/>
                </a:cubicBezTo>
                <a:cubicBezTo>
                  <a:pt x="978082" y="21510"/>
                  <a:pt x="920733" y="0"/>
                  <a:pt x="858365" y="0"/>
                </a:cubicBezTo>
                <a:lnTo>
                  <a:pt x="270082" y="0"/>
                </a:lnTo>
                <a:cubicBezTo>
                  <a:pt x="206907" y="0"/>
                  <a:pt x="148840" y="21959"/>
                  <a:pt x="102782" y="58522"/>
                </a:cubicBezTo>
                <a:cubicBezTo>
                  <a:pt x="102602" y="58612"/>
                  <a:pt x="102513" y="58701"/>
                  <a:pt x="102334" y="58881"/>
                </a:cubicBezTo>
                <a:cubicBezTo>
                  <a:pt x="100542" y="60224"/>
                  <a:pt x="98749" y="61570"/>
                  <a:pt x="97047" y="63003"/>
                </a:cubicBezTo>
                <a:cubicBezTo>
                  <a:pt x="95254" y="64528"/>
                  <a:pt x="93552" y="66230"/>
                  <a:pt x="91760" y="67753"/>
                </a:cubicBezTo>
                <a:cubicBezTo>
                  <a:pt x="35665" y="117313"/>
                  <a:pt x="0" y="189547"/>
                  <a:pt x="0" y="270115"/>
                </a:cubicBezTo>
                <a:cubicBezTo>
                  <a:pt x="0" y="350682"/>
                  <a:pt x="35665" y="422916"/>
                  <a:pt x="91760" y="472474"/>
                </a:cubicBezTo>
                <a:cubicBezTo>
                  <a:pt x="148572" y="435372"/>
                  <a:pt x="188627" y="374969"/>
                  <a:pt x="198842" y="304886"/>
                </a:cubicBezTo>
                <a:cubicBezTo>
                  <a:pt x="193645" y="294311"/>
                  <a:pt x="190509" y="282660"/>
                  <a:pt x="190509" y="270115"/>
                </a:cubicBezTo>
                <a:cubicBezTo>
                  <a:pt x="190509" y="257566"/>
                  <a:pt x="193645" y="245918"/>
                  <a:pt x="198842" y="235341"/>
                </a:cubicBezTo>
                <a:cubicBezTo>
                  <a:pt x="200455" y="231937"/>
                  <a:pt x="202158" y="228620"/>
                  <a:pt x="204219" y="225574"/>
                </a:cubicBezTo>
                <a:cubicBezTo>
                  <a:pt x="205742" y="223333"/>
                  <a:pt x="207535" y="221362"/>
                  <a:pt x="209327" y="219388"/>
                </a:cubicBezTo>
                <a:cubicBezTo>
                  <a:pt x="209596" y="219122"/>
                  <a:pt x="209775" y="218852"/>
                  <a:pt x="210044" y="218583"/>
                </a:cubicBezTo>
                <a:cubicBezTo>
                  <a:pt x="224650" y="201644"/>
                  <a:pt x="245977" y="190621"/>
                  <a:pt x="270082" y="190621"/>
                </a:cubicBezTo>
                <a:lnTo>
                  <a:pt x="858365" y="190621"/>
                </a:lnTo>
                <a:cubicBezTo>
                  <a:pt x="880767" y="190621"/>
                  <a:pt x="900929" y="200031"/>
                  <a:pt x="915356" y="214907"/>
                </a:cubicBezTo>
                <a:cubicBezTo>
                  <a:pt x="917327" y="216971"/>
                  <a:pt x="919030" y="219299"/>
                  <a:pt x="920822" y="221539"/>
                </a:cubicBezTo>
                <a:cubicBezTo>
                  <a:pt x="922883" y="224139"/>
                  <a:pt x="924765" y="226828"/>
                  <a:pt x="926468" y="229696"/>
                </a:cubicBezTo>
                <a:cubicBezTo>
                  <a:pt x="933547" y="241616"/>
                  <a:pt x="937848" y="255326"/>
                  <a:pt x="937848" y="270115"/>
                </a:cubicBezTo>
                <a:cubicBezTo>
                  <a:pt x="937848" y="284901"/>
                  <a:pt x="933547" y="298613"/>
                  <a:pt x="926468" y="310533"/>
                </a:cubicBezTo>
                <a:cubicBezTo>
                  <a:pt x="938117" y="379091"/>
                  <a:pt x="978530" y="437882"/>
                  <a:pt x="1034984" y="473909"/>
                </a:cubicBezTo>
                <a:cubicBezTo>
                  <a:pt x="1092065" y="424349"/>
                  <a:pt x="1128357" y="351488"/>
                  <a:pt x="1128357" y="270115"/>
                </a:cubicBezTo>
                <a:cubicBezTo>
                  <a:pt x="1128357" y="188739"/>
                  <a:pt x="1092065" y="115880"/>
                  <a:pt x="1034984" y="66320"/>
                </a:cubicBezTo>
                <a:close/>
              </a:path>
            </a:pathLst>
          </a:custGeom>
          <a:solidFill>
            <a:srgbClr val="CEBA8B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8" name="Forme libre 19">
            <a:extLst>
              <a:ext uri="{FF2B5EF4-FFF2-40B4-BE49-F238E27FC236}">
                <a16:creationId xmlns:a16="http://schemas.microsoft.com/office/drawing/2014/main" xmlns="" id="{172D603B-B0D3-56DA-44D5-66354C6126B6}"/>
              </a:ext>
            </a:extLst>
          </p:cNvPr>
          <p:cNvSpPr/>
          <p:nvPr/>
        </p:nvSpPr>
        <p:spPr>
          <a:xfrm>
            <a:off x="4417460" y="2810825"/>
            <a:ext cx="2013744" cy="1477888"/>
          </a:xfrm>
          <a:custGeom>
            <a:avLst/>
            <a:gdLst>
              <a:gd name="csX0" fmla="*/ 139611 w 1215277"/>
              <a:gd name="csY0" fmla="*/ 162210 h 891893"/>
              <a:gd name="csX1" fmla="*/ 102065 w 1215277"/>
              <a:gd name="csY1" fmla="*/ 162210 h 891893"/>
              <a:gd name="csX2" fmla="*/ 445715 w 1215277"/>
              <a:gd name="csY2" fmla="*/ 0 h 891893"/>
              <a:gd name="csX3" fmla="*/ 769293 w 1215277"/>
              <a:gd name="csY3" fmla="*/ 0 h 891893"/>
              <a:gd name="csX4" fmla="*/ 1112406 w 1215277"/>
              <a:gd name="csY4" fmla="*/ 161495 h 891893"/>
              <a:gd name="csX5" fmla="*/ 1079609 w 1215277"/>
              <a:gd name="csY5" fmla="*/ 161495 h 891893"/>
              <a:gd name="csX6" fmla="*/ 903438 w 1215277"/>
              <a:gd name="csY6" fmla="*/ 223062 h 891893"/>
              <a:gd name="csX7" fmla="*/ 901466 w 1215277"/>
              <a:gd name="csY7" fmla="*/ 224587 h 891893"/>
              <a:gd name="csX8" fmla="*/ 899406 w 1215277"/>
              <a:gd name="csY8" fmla="*/ 226200 h 891893"/>
              <a:gd name="csX9" fmla="*/ 769293 w 1215277"/>
              <a:gd name="csY9" fmla="*/ 190442 h 891893"/>
              <a:gd name="csX10" fmla="*/ 445715 w 1215277"/>
              <a:gd name="csY10" fmla="*/ 190442 h 891893"/>
              <a:gd name="csX11" fmla="*/ 317574 w 1215277"/>
              <a:gd name="csY11" fmla="*/ 225303 h 891893"/>
              <a:gd name="csX12" fmla="*/ 139521 w 1215277"/>
              <a:gd name="csY12" fmla="*/ 162120 h 891893"/>
              <a:gd name="csX13" fmla="*/ 1210439 w 1215277"/>
              <a:gd name="csY13" fmla="*/ 380614 h 891893"/>
              <a:gd name="csX14" fmla="*/ 1079699 w 1215277"/>
              <a:gd name="csY14" fmla="*/ 380614 h 891893"/>
              <a:gd name="csX15" fmla="*/ 1030504 w 1215277"/>
              <a:gd name="csY15" fmla="*/ 403557 h 891893"/>
              <a:gd name="csX16" fmla="*/ 1028980 w 1215277"/>
              <a:gd name="csY16" fmla="*/ 405349 h 891893"/>
              <a:gd name="csX17" fmla="*/ 1025754 w 1215277"/>
              <a:gd name="csY17" fmla="*/ 409292 h 891893"/>
              <a:gd name="csX18" fmla="*/ 1022797 w 1215277"/>
              <a:gd name="csY18" fmla="*/ 414580 h 891893"/>
              <a:gd name="csX19" fmla="*/ 1024768 w 1215277"/>
              <a:gd name="csY19" fmla="*/ 445857 h 891893"/>
              <a:gd name="csX20" fmla="*/ 1022797 w 1215277"/>
              <a:gd name="csY20" fmla="*/ 477134 h 891893"/>
              <a:gd name="csX21" fmla="*/ 1023335 w 1215277"/>
              <a:gd name="csY21" fmla="*/ 478298 h 891893"/>
              <a:gd name="csX22" fmla="*/ 1022708 w 1215277"/>
              <a:gd name="csY22" fmla="*/ 482690 h 891893"/>
              <a:gd name="csX23" fmla="*/ 909352 w 1215277"/>
              <a:gd name="csY23" fmla="*/ 660137 h 891893"/>
              <a:gd name="csX24" fmla="*/ 900212 w 1215277"/>
              <a:gd name="csY24" fmla="*/ 666053 h 891893"/>
              <a:gd name="csX25" fmla="*/ 899495 w 1215277"/>
              <a:gd name="csY25" fmla="*/ 665425 h 891893"/>
              <a:gd name="csX26" fmla="*/ 769472 w 1215277"/>
              <a:gd name="csY26" fmla="*/ 701183 h 891893"/>
              <a:gd name="csX27" fmla="*/ 445894 w 1215277"/>
              <a:gd name="csY27" fmla="*/ 701183 h 891893"/>
              <a:gd name="csX28" fmla="*/ 317754 w 1215277"/>
              <a:gd name="csY28" fmla="*/ 666320 h 891893"/>
              <a:gd name="csX29" fmla="*/ 311481 w 1215277"/>
              <a:gd name="csY29" fmla="*/ 662467 h 891893"/>
              <a:gd name="csX30" fmla="*/ 305208 w 1215277"/>
              <a:gd name="csY30" fmla="*/ 658704 h 891893"/>
              <a:gd name="csX31" fmla="*/ 196692 w 1215277"/>
              <a:gd name="csY31" fmla="*/ 500972 h 891893"/>
              <a:gd name="csX32" fmla="*/ 194989 w 1215277"/>
              <a:gd name="csY32" fmla="*/ 492459 h 891893"/>
              <a:gd name="csX33" fmla="*/ 193645 w 1215277"/>
              <a:gd name="csY33" fmla="*/ 483497 h 891893"/>
              <a:gd name="csX34" fmla="*/ 190509 w 1215277"/>
              <a:gd name="csY34" fmla="*/ 445857 h 891893"/>
              <a:gd name="csX35" fmla="*/ 193645 w 1215277"/>
              <a:gd name="csY35" fmla="*/ 408217 h 891893"/>
              <a:gd name="csX36" fmla="*/ 139700 w 1215277"/>
              <a:gd name="csY36" fmla="*/ 379986 h 891893"/>
              <a:gd name="csX37" fmla="*/ 5466 w 1215277"/>
              <a:gd name="csY37" fmla="*/ 379986 h 891893"/>
              <a:gd name="csX38" fmla="*/ 0 w 1215277"/>
              <a:gd name="csY38" fmla="*/ 445947 h 891893"/>
              <a:gd name="csX39" fmla="*/ 5466 w 1215277"/>
              <a:gd name="csY39" fmla="*/ 511906 h 891893"/>
              <a:gd name="csX40" fmla="*/ 6541 w 1215277"/>
              <a:gd name="csY40" fmla="*/ 518717 h 891893"/>
              <a:gd name="csX41" fmla="*/ 7617 w 1215277"/>
              <a:gd name="csY41" fmla="*/ 525528 h 891893"/>
              <a:gd name="csX42" fmla="*/ 92029 w 1215277"/>
              <a:gd name="csY42" fmla="*/ 716059 h 891893"/>
              <a:gd name="csX43" fmla="*/ 97136 w 1215277"/>
              <a:gd name="csY43" fmla="*/ 722870 h 891893"/>
              <a:gd name="csX44" fmla="*/ 102244 w 1215277"/>
              <a:gd name="csY44" fmla="*/ 729682 h 891893"/>
              <a:gd name="csX45" fmla="*/ 445894 w 1215277"/>
              <a:gd name="csY45" fmla="*/ 891894 h 891893"/>
              <a:gd name="csX46" fmla="*/ 769472 w 1215277"/>
              <a:gd name="csY46" fmla="*/ 891894 h 891893"/>
              <a:gd name="csX47" fmla="*/ 1112585 w 1215277"/>
              <a:gd name="csY47" fmla="*/ 730399 h 891893"/>
              <a:gd name="csX48" fmla="*/ 1112496 w 1215277"/>
              <a:gd name="csY48" fmla="*/ 730399 h 891893"/>
              <a:gd name="csX49" fmla="*/ 1129073 w 1215277"/>
              <a:gd name="csY49" fmla="*/ 707725 h 891893"/>
              <a:gd name="csX50" fmla="*/ 1207750 w 1215277"/>
              <a:gd name="csY50" fmla="*/ 523108 h 891893"/>
              <a:gd name="csX51" fmla="*/ 1209811 w 1215277"/>
              <a:gd name="csY51" fmla="*/ 511280 h 891893"/>
              <a:gd name="csX52" fmla="*/ 1210528 w 1215277"/>
              <a:gd name="csY52" fmla="*/ 511280 h 891893"/>
              <a:gd name="csX53" fmla="*/ 1215277 w 1215277"/>
              <a:gd name="csY53" fmla="*/ 446037 h 891893"/>
              <a:gd name="csX54" fmla="*/ 1210528 w 1215277"/>
              <a:gd name="csY54" fmla="*/ 380793 h 8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1215277" h="891893">
                <a:moveTo>
                  <a:pt x="139611" y="162210"/>
                </a:moveTo>
                <a:lnTo>
                  <a:pt x="102065" y="162210"/>
                </a:lnTo>
                <a:cubicBezTo>
                  <a:pt x="183878" y="63182"/>
                  <a:pt x="307538" y="0"/>
                  <a:pt x="445715" y="0"/>
                </a:cubicBezTo>
                <a:lnTo>
                  <a:pt x="769293" y="0"/>
                </a:lnTo>
                <a:cubicBezTo>
                  <a:pt x="907112" y="0"/>
                  <a:pt x="1030593" y="62913"/>
                  <a:pt x="1112406" y="161495"/>
                </a:cubicBezTo>
                <a:lnTo>
                  <a:pt x="1079609" y="161495"/>
                </a:lnTo>
                <a:cubicBezTo>
                  <a:pt x="1015180" y="161495"/>
                  <a:pt x="954246" y="182823"/>
                  <a:pt x="903438" y="223062"/>
                </a:cubicBezTo>
                <a:cubicBezTo>
                  <a:pt x="902811" y="223600"/>
                  <a:pt x="902094" y="224139"/>
                  <a:pt x="901466" y="224587"/>
                </a:cubicBezTo>
                <a:cubicBezTo>
                  <a:pt x="900750" y="225123"/>
                  <a:pt x="900123" y="225661"/>
                  <a:pt x="899406" y="226200"/>
                </a:cubicBezTo>
                <a:cubicBezTo>
                  <a:pt x="861322" y="203526"/>
                  <a:pt x="816786" y="190442"/>
                  <a:pt x="769293" y="190442"/>
                </a:cubicBezTo>
                <a:lnTo>
                  <a:pt x="445715" y="190442"/>
                </a:lnTo>
                <a:cubicBezTo>
                  <a:pt x="399029" y="190442"/>
                  <a:pt x="355300" y="203257"/>
                  <a:pt x="317574" y="225303"/>
                </a:cubicBezTo>
                <a:cubicBezTo>
                  <a:pt x="268827" y="185871"/>
                  <a:pt x="206907" y="162120"/>
                  <a:pt x="139521" y="162120"/>
                </a:cubicBezTo>
                <a:close/>
                <a:moveTo>
                  <a:pt x="1210439" y="380614"/>
                </a:moveTo>
                <a:lnTo>
                  <a:pt x="1079699" y="380614"/>
                </a:lnTo>
                <a:cubicBezTo>
                  <a:pt x="1060971" y="380614"/>
                  <a:pt x="1043049" y="388948"/>
                  <a:pt x="1030504" y="403557"/>
                </a:cubicBezTo>
                <a:cubicBezTo>
                  <a:pt x="1029966" y="404183"/>
                  <a:pt x="1029518" y="404721"/>
                  <a:pt x="1028980" y="405349"/>
                </a:cubicBezTo>
                <a:cubicBezTo>
                  <a:pt x="1027636" y="406872"/>
                  <a:pt x="1026561" y="408128"/>
                  <a:pt x="1025754" y="409292"/>
                </a:cubicBezTo>
                <a:cubicBezTo>
                  <a:pt x="1024768" y="410815"/>
                  <a:pt x="1023783" y="412609"/>
                  <a:pt x="1022797" y="414580"/>
                </a:cubicBezTo>
                <a:cubicBezTo>
                  <a:pt x="1024051" y="424796"/>
                  <a:pt x="1024768" y="435283"/>
                  <a:pt x="1024768" y="445857"/>
                </a:cubicBezTo>
                <a:cubicBezTo>
                  <a:pt x="1024768" y="456432"/>
                  <a:pt x="1024051" y="466917"/>
                  <a:pt x="1022797" y="477134"/>
                </a:cubicBezTo>
                <a:lnTo>
                  <a:pt x="1023335" y="478298"/>
                </a:lnTo>
                <a:lnTo>
                  <a:pt x="1022708" y="482690"/>
                </a:lnTo>
                <a:cubicBezTo>
                  <a:pt x="1012223" y="555282"/>
                  <a:pt x="970824" y="619898"/>
                  <a:pt x="909352" y="660137"/>
                </a:cubicBezTo>
                <a:lnTo>
                  <a:pt x="900212" y="666053"/>
                </a:lnTo>
                <a:lnTo>
                  <a:pt x="899495" y="665425"/>
                </a:lnTo>
                <a:cubicBezTo>
                  <a:pt x="861411" y="688099"/>
                  <a:pt x="816875" y="701183"/>
                  <a:pt x="769472" y="701183"/>
                </a:cubicBezTo>
                <a:lnTo>
                  <a:pt x="445894" y="701183"/>
                </a:lnTo>
                <a:cubicBezTo>
                  <a:pt x="399208" y="701183"/>
                  <a:pt x="355479" y="688368"/>
                  <a:pt x="317754" y="666320"/>
                </a:cubicBezTo>
                <a:cubicBezTo>
                  <a:pt x="315603" y="665066"/>
                  <a:pt x="313542" y="663813"/>
                  <a:pt x="311481" y="662467"/>
                </a:cubicBezTo>
                <a:cubicBezTo>
                  <a:pt x="309420" y="661213"/>
                  <a:pt x="307269" y="660047"/>
                  <a:pt x="305208" y="658704"/>
                </a:cubicBezTo>
                <a:cubicBezTo>
                  <a:pt x="250905" y="622766"/>
                  <a:pt x="211208" y="566575"/>
                  <a:pt x="196692" y="500972"/>
                </a:cubicBezTo>
                <a:cubicBezTo>
                  <a:pt x="196065" y="498106"/>
                  <a:pt x="195527" y="495327"/>
                  <a:pt x="194989" y="492459"/>
                </a:cubicBezTo>
                <a:cubicBezTo>
                  <a:pt x="194452" y="489501"/>
                  <a:pt x="194093" y="486455"/>
                  <a:pt x="193645" y="483497"/>
                </a:cubicBezTo>
                <a:cubicBezTo>
                  <a:pt x="191853" y="471131"/>
                  <a:pt x="190509" y="458672"/>
                  <a:pt x="190509" y="445857"/>
                </a:cubicBezTo>
                <a:cubicBezTo>
                  <a:pt x="190509" y="433042"/>
                  <a:pt x="191763" y="420494"/>
                  <a:pt x="193645" y="408217"/>
                </a:cubicBezTo>
                <a:cubicBezTo>
                  <a:pt x="181727" y="391188"/>
                  <a:pt x="162013" y="379986"/>
                  <a:pt x="139700" y="379986"/>
                </a:cubicBezTo>
                <a:lnTo>
                  <a:pt x="5466" y="379986"/>
                </a:lnTo>
                <a:cubicBezTo>
                  <a:pt x="2240" y="401586"/>
                  <a:pt x="0" y="423452"/>
                  <a:pt x="0" y="445947"/>
                </a:cubicBezTo>
                <a:cubicBezTo>
                  <a:pt x="0" y="468442"/>
                  <a:pt x="2240" y="490308"/>
                  <a:pt x="5466" y="511906"/>
                </a:cubicBezTo>
                <a:cubicBezTo>
                  <a:pt x="5825" y="514146"/>
                  <a:pt x="6093" y="516476"/>
                  <a:pt x="6541" y="518717"/>
                </a:cubicBezTo>
                <a:cubicBezTo>
                  <a:pt x="6989" y="520957"/>
                  <a:pt x="7169" y="523288"/>
                  <a:pt x="7617" y="525528"/>
                </a:cubicBezTo>
                <a:cubicBezTo>
                  <a:pt x="20431" y="596239"/>
                  <a:pt x="50002" y="661124"/>
                  <a:pt x="92029" y="716059"/>
                </a:cubicBezTo>
                <a:cubicBezTo>
                  <a:pt x="93731" y="718300"/>
                  <a:pt x="95344" y="720630"/>
                  <a:pt x="97136" y="722870"/>
                </a:cubicBezTo>
                <a:cubicBezTo>
                  <a:pt x="98928" y="725111"/>
                  <a:pt x="100452" y="727441"/>
                  <a:pt x="102244" y="729682"/>
                </a:cubicBezTo>
                <a:cubicBezTo>
                  <a:pt x="184057" y="828712"/>
                  <a:pt x="307717" y="891894"/>
                  <a:pt x="445894" y="891894"/>
                </a:cubicBezTo>
                <a:lnTo>
                  <a:pt x="769472" y="891894"/>
                </a:lnTo>
                <a:cubicBezTo>
                  <a:pt x="907291" y="891894"/>
                  <a:pt x="1030772" y="828981"/>
                  <a:pt x="1112585" y="730399"/>
                </a:cubicBezTo>
                <a:lnTo>
                  <a:pt x="1112496" y="730399"/>
                </a:lnTo>
                <a:lnTo>
                  <a:pt x="1129073" y="707725"/>
                </a:lnTo>
                <a:cubicBezTo>
                  <a:pt x="1169487" y="652341"/>
                  <a:pt x="1195922" y="590233"/>
                  <a:pt x="1207750" y="523108"/>
                </a:cubicBezTo>
                <a:lnTo>
                  <a:pt x="1209811" y="511280"/>
                </a:lnTo>
                <a:lnTo>
                  <a:pt x="1210528" y="511280"/>
                </a:lnTo>
                <a:cubicBezTo>
                  <a:pt x="1213664" y="489949"/>
                  <a:pt x="1215277" y="468172"/>
                  <a:pt x="1215277" y="446037"/>
                </a:cubicBezTo>
                <a:cubicBezTo>
                  <a:pt x="1215277" y="423901"/>
                  <a:pt x="1213664" y="402122"/>
                  <a:pt x="1210528" y="380793"/>
                </a:cubicBezTo>
                <a:close/>
              </a:path>
            </a:pathLst>
          </a:custGeom>
          <a:solidFill>
            <a:schemeClr val="accent1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59" name="Forme libre 20">
            <a:extLst>
              <a:ext uri="{FF2B5EF4-FFF2-40B4-BE49-F238E27FC236}">
                <a16:creationId xmlns:a16="http://schemas.microsoft.com/office/drawing/2014/main" xmlns="" id="{0A220503-B4D0-5B36-689C-DA17A5CB0500}"/>
              </a:ext>
            </a:extLst>
          </p:cNvPr>
          <p:cNvSpPr/>
          <p:nvPr/>
        </p:nvSpPr>
        <p:spPr>
          <a:xfrm>
            <a:off x="6950009" y="2811271"/>
            <a:ext cx="2013744" cy="1476997"/>
          </a:xfrm>
          <a:custGeom>
            <a:avLst/>
            <a:gdLst>
              <a:gd name="csX0" fmla="*/ 139611 w 1215277"/>
              <a:gd name="csY0" fmla="*/ 161495 h 891355"/>
              <a:gd name="csX1" fmla="*/ 102692 w 1215277"/>
              <a:gd name="csY1" fmla="*/ 161495 h 891355"/>
              <a:gd name="csX2" fmla="*/ 445805 w 1215277"/>
              <a:gd name="csY2" fmla="*/ 0 h 891355"/>
              <a:gd name="csX3" fmla="*/ 769383 w 1215277"/>
              <a:gd name="csY3" fmla="*/ 0 h 891355"/>
              <a:gd name="csX4" fmla="*/ 1112496 w 1215277"/>
              <a:gd name="csY4" fmla="*/ 161495 h 891355"/>
              <a:gd name="csX5" fmla="*/ 1080326 w 1215277"/>
              <a:gd name="csY5" fmla="*/ 161495 h 891355"/>
              <a:gd name="csX6" fmla="*/ 904155 w 1215277"/>
              <a:gd name="csY6" fmla="*/ 223062 h 891355"/>
              <a:gd name="csX7" fmla="*/ 902183 w 1215277"/>
              <a:gd name="csY7" fmla="*/ 224587 h 891355"/>
              <a:gd name="csX8" fmla="*/ 899853 w 1215277"/>
              <a:gd name="csY8" fmla="*/ 226469 h 891355"/>
              <a:gd name="csX9" fmla="*/ 769383 w 1215277"/>
              <a:gd name="csY9" fmla="*/ 190531 h 891355"/>
              <a:gd name="csX10" fmla="*/ 445805 w 1215277"/>
              <a:gd name="csY10" fmla="*/ 190531 h 891355"/>
              <a:gd name="csX11" fmla="*/ 318381 w 1215277"/>
              <a:gd name="csY11" fmla="*/ 224944 h 891355"/>
              <a:gd name="csX12" fmla="*/ 316051 w 1215277"/>
              <a:gd name="csY12" fmla="*/ 223241 h 891355"/>
              <a:gd name="csX13" fmla="*/ 313900 w 1215277"/>
              <a:gd name="csY13" fmla="*/ 221719 h 891355"/>
              <a:gd name="csX14" fmla="*/ 139611 w 1215277"/>
              <a:gd name="csY14" fmla="*/ 161495 h 891355"/>
              <a:gd name="csX15" fmla="*/ 1210349 w 1215277"/>
              <a:gd name="csY15" fmla="*/ 380524 h 891355"/>
              <a:gd name="csX16" fmla="*/ 1080236 w 1215277"/>
              <a:gd name="csY16" fmla="*/ 380524 h 891355"/>
              <a:gd name="csX17" fmla="*/ 1031041 w 1215277"/>
              <a:gd name="csY17" fmla="*/ 403467 h 891355"/>
              <a:gd name="csX18" fmla="*/ 1029518 w 1215277"/>
              <a:gd name="csY18" fmla="*/ 405259 h 891355"/>
              <a:gd name="csX19" fmla="*/ 1026292 w 1215277"/>
              <a:gd name="csY19" fmla="*/ 409202 h 891355"/>
              <a:gd name="csX20" fmla="*/ 1022797 w 1215277"/>
              <a:gd name="csY20" fmla="*/ 415475 h 891355"/>
              <a:gd name="csX21" fmla="*/ 1024679 w 1215277"/>
              <a:gd name="csY21" fmla="*/ 445768 h 891355"/>
              <a:gd name="csX22" fmla="*/ 1022797 w 1215277"/>
              <a:gd name="csY22" fmla="*/ 476058 h 891355"/>
              <a:gd name="csX23" fmla="*/ 1023873 w 1215277"/>
              <a:gd name="csY23" fmla="*/ 478209 h 891355"/>
              <a:gd name="csX24" fmla="*/ 1023245 w 1215277"/>
              <a:gd name="csY24" fmla="*/ 482600 h 891355"/>
              <a:gd name="csX25" fmla="*/ 909890 w 1215277"/>
              <a:gd name="csY25" fmla="*/ 660047 h 891355"/>
              <a:gd name="csX26" fmla="*/ 900750 w 1215277"/>
              <a:gd name="csY26" fmla="*/ 665963 h 891355"/>
              <a:gd name="csX27" fmla="*/ 899764 w 1215277"/>
              <a:gd name="csY27" fmla="*/ 665066 h 891355"/>
              <a:gd name="csX28" fmla="*/ 769293 w 1215277"/>
              <a:gd name="csY28" fmla="*/ 701004 h 891355"/>
              <a:gd name="csX29" fmla="*/ 445715 w 1215277"/>
              <a:gd name="csY29" fmla="*/ 701004 h 891355"/>
              <a:gd name="csX30" fmla="*/ 318291 w 1215277"/>
              <a:gd name="csY30" fmla="*/ 666589 h 891355"/>
              <a:gd name="csX31" fmla="*/ 317574 w 1215277"/>
              <a:gd name="csY31" fmla="*/ 667217 h 891355"/>
              <a:gd name="csX32" fmla="*/ 308613 w 1215277"/>
              <a:gd name="csY32" fmla="*/ 661482 h 891355"/>
              <a:gd name="csX33" fmla="*/ 193645 w 1215277"/>
              <a:gd name="csY33" fmla="*/ 488427 h 891355"/>
              <a:gd name="csX34" fmla="*/ 192749 w 1215277"/>
              <a:gd name="csY34" fmla="*/ 483228 h 891355"/>
              <a:gd name="csX35" fmla="*/ 193376 w 1215277"/>
              <a:gd name="csY35" fmla="*/ 482154 h 891355"/>
              <a:gd name="csX36" fmla="*/ 190419 w 1215277"/>
              <a:gd name="csY36" fmla="*/ 445588 h 891355"/>
              <a:gd name="csX37" fmla="*/ 193376 w 1215277"/>
              <a:gd name="csY37" fmla="*/ 409202 h 891355"/>
              <a:gd name="csX38" fmla="*/ 190867 w 1215277"/>
              <a:gd name="csY38" fmla="*/ 405708 h 891355"/>
              <a:gd name="csX39" fmla="*/ 190061 w 1215277"/>
              <a:gd name="csY39" fmla="*/ 404631 h 891355"/>
              <a:gd name="csX40" fmla="*/ 186476 w 1215277"/>
              <a:gd name="csY40" fmla="*/ 400240 h 891355"/>
              <a:gd name="csX41" fmla="*/ 139701 w 1215277"/>
              <a:gd name="csY41" fmla="*/ 380255 h 891355"/>
              <a:gd name="csX42" fmla="*/ 5376 w 1215277"/>
              <a:gd name="csY42" fmla="*/ 380255 h 891355"/>
              <a:gd name="csX43" fmla="*/ 0 w 1215277"/>
              <a:gd name="csY43" fmla="*/ 445498 h 891355"/>
              <a:gd name="csX44" fmla="*/ 5376 w 1215277"/>
              <a:gd name="csY44" fmla="*/ 510742 h 891355"/>
              <a:gd name="csX45" fmla="*/ 5825 w 1215277"/>
              <a:gd name="csY45" fmla="*/ 510742 h 891355"/>
              <a:gd name="csX46" fmla="*/ 7886 w 1215277"/>
              <a:gd name="csY46" fmla="*/ 522572 h 891355"/>
              <a:gd name="csX47" fmla="*/ 86562 w 1215277"/>
              <a:gd name="csY47" fmla="*/ 707187 h 891355"/>
              <a:gd name="csX48" fmla="*/ 103140 w 1215277"/>
              <a:gd name="csY48" fmla="*/ 729861 h 891355"/>
              <a:gd name="csX49" fmla="*/ 102781 w 1215277"/>
              <a:gd name="csY49" fmla="*/ 729861 h 891355"/>
              <a:gd name="csX50" fmla="*/ 445894 w 1215277"/>
              <a:gd name="csY50" fmla="*/ 891356 h 891355"/>
              <a:gd name="csX51" fmla="*/ 769472 w 1215277"/>
              <a:gd name="csY51" fmla="*/ 891356 h 891355"/>
              <a:gd name="csX52" fmla="*/ 1117603 w 1215277"/>
              <a:gd name="csY52" fmla="*/ 723678 h 891355"/>
              <a:gd name="csX53" fmla="*/ 1129701 w 1215277"/>
              <a:gd name="csY53" fmla="*/ 707187 h 891355"/>
              <a:gd name="csX54" fmla="*/ 1208377 w 1215277"/>
              <a:gd name="csY54" fmla="*/ 522572 h 891355"/>
              <a:gd name="csX55" fmla="*/ 1210439 w 1215277"/>
              <a:gd name="csY55" fmla="*/ 510742 h 891355"/>
              <a:gd name="csX56" fmla="*/ 1210528 w 1215277"/>
              <a:gd name="csY56" fmla="*/ 510742 h 891355"/>
              <a:gd name="csX57" fmla="*/ 1215277 w 1215277"/>
              <a:gd name="csY57" fmla="*/ 445498 h 891355"/>
              <a:gd name="csX58" fmla="*/ 1210528 w 1215277"/>
              <a:gd name="csY58" fmla="*/ 380255 h 891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1215277" h="891355">
                <a:moveTo>
                  <a:pt x="139611" y="161495"/>
                </a:moveTo>
                <a:lnTo>
                  <a:pt x="102692" y="161495"/>
                </a:lnTo>
                <a:cubicBezTo>
                  <a:pt x="184505" y="62913"/>
                  <a:pt x="307986" y="0"/>
                  <a:pt x="445805" y="0"/>
                </a:cubicBezTo>
                <a:lnTo>
                  <a:pt x="769383" y="0"/>
                </a:lnTo>
                <a:cubicBezTo>
                  <a:pt x="907201" y="0"/>
                  <a:pt x="1030683" y="62913"/>
                  <a:pt x="1112496" y="161495"/>
                </a:cubicBezTo>
                <a:lnTo>
                  <a:pt x="1080326" y="161495"/>
                </a:lnTo>
                <a:cubicBezTo>
                  <a:pt x="1015897" y="161495"/>
                  <a:pt x="954963" y="182823"/>
                  <a:pt x="904155" y="223062"/>
                </a:cubicBezTo>
                <a:cubicBezTo>
                  <a:pt x="903528" y="223600"/>
                  <a:pt x="902811" y="224139"/>
                  <a:pt x="902183" y="224587"/>
                </a:cubicBezTo>
                <a:cubicBezTo>
                  <a:pt x="901377" y="225213"/>
                  <a:pt x="900660" y="225841"/>
                  <a:pt x="899853" y="226469"/>
                </a:cubicBezTo>
                <a:cubicBezTo>
                  <a:pt x="861680" y="203705"/>
                  <a:pt x="817055" y="190531"/>
                  <a:pt x="769383" y="190531"/>
                </a:cubicBezTo>
                <a:lnTo>
                  <a:pt x="445805" y="190531"/>
                </a:lnTo>
                <a:cubicBezTo>
                  <a:pt x="399387" y="190531"/>
                  <a:pt x="355927" y="203257"/>
                  <a:pt x="318381" y="224944"/>
                </a:cubicBezTo>
                <a:cubicBezTo>
                  <a:pt x="317574" y="224318"/>
                  <a:pt x="316768" y="223780"/>
                  <a:pt x="316051" y="223241"/>
                </a:cubicBezTo>
                <a:cubicBezTo>
                  <a:pt x="315334" y="222703"/>
                  <a:pt x="314617" y="222257"/>
                  <a:pt x="313900" y="221719"/>
                </a:cubicBezTo>
                <a:cubicBezTo>
                  <a:pt x="263361" y="182374"/>
                  <a:pt x="203143" y="161495"/>
                  <a:pt x="139611" y="161495"/>
                </a:cubicBezTo>
                <a:close/>
                <a:moveTo>
                  <a:pt x="1210349" y="380524"/>
                </a:moveTo>
                <a:lnTo>
                  <a:pt x="1080236" y="380524"/>
                </a:lnTo>
                <a:cubicBezTo>
                  <a:pt x="1061508" y="380524"/>
                  <a:pt x="1043587" y="388858"/>
                  <a:pt x="1031041" y="403467"/>
                </a:cubicBezTo>
                <a:cubicBezTo>
                  <a:pt x="1030504" y="404093"/>
                  <a:pt x="1030056" y="404631"/>
                  <a:pt x="1029518" y="405259"/>
                </a:cubicBezTo>
                <a:cubicBezTo>
                  <a:pt x="1028263" y="406692"/>
                  <a:pt x="1027098" y="408038"/>
                  <a:pt x="1026292" y="409202"/>
                </a:cubicBezTo>
                <a:cubicBezTo>
                  <a:pt x="1025127" y="410994"/>
                  <a:pt x="1023962" y="413145"/>
                  <a:pt x="1022797" y="415475"/>
                </a:cubicBezTo>
                <a:cubicBezTo>
                  <a:pt x="1023962" y="425424"/>
                  <a:pt x="1024679" y="435460"/>
                  <a:pt x="1024679" y="445768"/>
                </a:cubicBezTo>
                <a:cubicBezTo>
                  <a:pt x="1024679" y="456073"/>
                  <a:pt x="1023962" y="466111"/>
                  <a:pt x="1022797" y="476058"/>
                </a:cubicBezTo>
                <a:lnTo>
                  <a:pt x="1023873" y="478209"/>
                </a:lnTo>
                <a:lnTo>
                  <a:pt x="1023245" y="482600"/>
                </a:lnTo>
                <a:cubicBezTo>
                  <a:pt x="1012761" y="555193"/>
                  <a:pt x="971362" y="619808"/>
                  <a:pt x="909890" y="660047"/>
                </a:cubicBezTo>
                <a:lnTo>
                  <a:pt x="900750" y="665963"/>
                </a:lnTo>
                <a:lnTo>
                  <a:pt x="899764" y="665066"/>
                </a:lnTo>
                <a:cubicBezTo>
                  <a:pt x="861591" y="687830"/>
                  <a:pt x="816965" y="701004"/>
                  <a:pt x="769293" y="701004"/>
                </a:cubicBezTo>
                <a:lnTo>
                  <a:pt x="445715" y="701004"/>
                </a:lnTo>
                <a:cubicBezTo>
                  <a:pt x="399298" y="701004"/>
                  <a:pt x="355838" y="688279"/>
                  <a:pt x="318291" y="666589"/>
                </a:cubicBezTo>
                <a:lnTo>
                  <a:pt x="317574" y="667217"/>
                </a:lnTo>
                <a:lnTo>
                  <a:pt x="308613" y="661482"/>
                </a:lnTo>
                <a:cubicBezTo>
                  <a:pt x="247590" y="622587"/>
                  <a:pt x="205653" y="559494"/>
                  <a:pt x="193645" y="488427"/>
                </a:cubicBezTo>
                <a:lnTo>
                  <a:pt x="192749" y="483228"/>
                </a:lnTo>
                <a:lnTo>
                  <a:pt x="193376" y="482154"/>
                </a:lnTo>
                <a:cubicBezTo>
                  <a:pt x="191674" y="470144"/>
                  <a:pt x="190419" y="458044"/>
                  <a:pt x="190419" y="445588"/>
                </a:cubicBezTo>
                <a:cubicBezTo>
                  <a:pt x="190419" y="433130"/>
                  <a:pt x="191584" y="421122"/>
                  <a:pt x="193376" y="409202"/>
                </a:cubicBezTo>
                <a:cubicBezTo>
                  <a:pt x="192570" y="408038"/>
                  <a:pt x="191763" y="406872"/>
                  <a:pt x="190867" y="405708"/>
                </a:cubicBezTo>
                <a:lnTo>
                  <a:pt x="190061" y="404631"/>
                </a:lnTo>
                <a:cubicBezTo>
                  <a:pt x="188806" y="403019"/>
                  <a:pt x="187552" y="401406"/>
                  <a:pt x="186476" y="400240"/>
                </a:cubicBezTo>
                <a:cubicBezTo>
                  <a:pt x="174021" y="387335"/>
                  <a:pt x="157443" y="380255"/>
                  <a:pt x="139701" y="380255"/>
                </a:cubicBezTo>
                <a:lnTo>
                  <a:pt x="5376" y="380255"/>
                </a:lnTo>
                <a:cubicBezTo>
                  <a:pt x="2240" y="401586"/>
                  <a:pt x="0" y="423273"/>
                  <a:pt x="0" y="445498"/>
                </a:cubicBezTo>
                <a:cubicBezTo>
                  <a:pt x="0" y="467724"/>
                  <a:pt x="2151" y="489411"/>
                  <a:pt x="5376" y="510742"/>
                </a:cubicBezTo>
                <a:lnTo>
                  <a:pt x="5825" y="510742"/>
                </a:lnTo>
                <a:lnTo>
                  <a:pt x="7886" y="522572"/>
                </a:lnTo>
                <a:cubicBezTo>
                  <a:pt x="19714" y="589697"/>
                  <a:pt x="46149" y="651803"/>
                  <a:pt x="86562" y="707187"/>
                </a:cubicBezTo>
                <a:lnTo>
                  <a:pt x="103140" y="729861"/>
                </a:lnTo>
                <a:lnTo>
                  <a:pt x="102781" y="729861"/>
                </a:lnTo>
                <a:cubicBezTo>
                  <a:pt x="184594" y="828443"/>
                  <a:pt x="308076" y="891356"/>
                  <a:pt x="445894" y="891356"/>
                </a:cubicBezTo>
                <a:lnTo>
                  <a:pt x="769472" y="891356"/>
                </a:lnTo>
                <a:cubicBezTo>
                  <a:pt x="910159" y="891356"/>
                  <a:pt x="1035880" y="825843"/>
                  <a:pt x="1117603" y="723678"/>
                </a:cubicBezTo>
                <a:lnTo>
                  <a:pt x="1129701" y="707187"/>
                </a:lnTo>
                <a:cubicBezTo>
                  <a:pt x="1170115" y="651803"/>
                  <a:pt x="1196549" y="589697"/>
                  <a:pt x="1208377" y="522572"/>
                </a:cubicBezTo>
                <a:lnTo>
                  <a:pt x="1210439" y="510742"/>
                </a:lnTo>
                <a:lnTo>
                  <a:pt x="1210528" y="510742"/>
                </a:lnTo>
                <a:cubicBezTo>
                  <a:pt x="1213664" y="489411"/>
                  <a:pt x="1215277" y="467634"/>
                  <a:pt x="1215277" y="445498"/>
                </a:cubicBezTo>
                <a:cubicBezTo>
                  <a:pt x="1215277" y="423363"/>
                  <a:pt x="1213664" y="401586"/>
                  <a:pt x="1210528" y="380255"/>
                </a:cubicBezTo>
                <a:close/>
              </a:path>
            </a:pathLst>
          </a:custGeom>
          <a:solidFill>
            <a:srgbClr val="805AAB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60" name="Forme libre 21">
            <a:extLst>
              <a:ext uri="{FF2B5EF4-FFF2-40B4-BE49-F238E27FC236}">
                <a16:creationId xmlns:a16="http://schemas.microsoft.com/office/drawing/2014/main" xmlns="" id="{0EB6824A-D5E1-C658-27C1-F1399119B510}"/>
              </a:ext>
            </a:extLst>
          </p:cNvPr>
          <p:cNvSpPr/>
          <p:nvPr/>
        </p:nvSpPr>
        <p:spPr>
          <a:xfrm>
            <a:off x="9483596" y="2810973"/>
            <a:ext cx="2013743" cy="1477592"/>
          </a:xfrm>
          <a:custGeom>
            <a:avLst/>
            <a:gdLst>
              <a:gd name="csX0" fmla="*/ 769293 w 1215276"/>
              <a:gd name="csY0" fmla="*/ 179 h 891714"/>
              <a:gd name="csX1" fmla="*/ 445715 w 1215276"/>
              <a:gd name="csY1" fmla="*/ 179 h 891714"/>
              <a:gd name="csX2" fmla="*/ 102602 w 1215276"/>
              <a:gd name="csY2" fmla="*/ 161674 h 891714"/>
              <a:gd name="csX3" fmla="*/ 139521 w 1215276"/>
              <a:gd name="csY3" fmla="*/ 161674 h 891714"/>
              <a:gd name="csX4" fmla="*/ 313811 w 1215276"/>
              <a:gd name="csY4" fmla="*/ 221898 h 891714"/>
              <a:gd name="csX5" fmla="*/ 315961 w 1215276"/>
              <a:gd name="csY5" fmla="*/ 223421 h 891714"/>
              <a:gd name="csX6" fmla="*/ 318291 w 1215276"/>
              <a:gd name="csY6" fmla="*/ 225123 h 891714"/>
              <a:gd name="csX7" fmla="*/ 445715 w 1215276"/>
              <a:gd name="csY7" fmla="*/ 190711 h 891714"/>
              <a:gd name="csX8" fmla="*/ 769293 w 1215276"/>
              <a:gd name="csY8" fmla="*/ 190711 h 891714"/>
              <a:gd name="csX9" fmla="*/ 1024589 w 1215276"/>
              <a:gd name="csY9" fmla="*/ 446037 h 891714"/>
              <a:gd name="csX10" fmla="*/ 769293 w 1215276"/>
              <a:gd name="csY10" fmla="*/ 701363 h 891714"/>
              <a:gd name="csX11" fmla="*/ 445715 w 1215276"/>
              <a:gd name="csY11" fmla="*/ 701363 h 891714"/>
              <a:gd name="csX12" fmla="*/ 318291 w 1215276"/>
              <a:gd name="csY12" fmla="*/ 666948 h 891714"/>
              <a:gd name="csX13" fmla="*/ 317574 w 1215276"/>
              <a:gd name="csY13" fmla="*/ 667576 h 891714"/>
              <a:gd name="csX14" fmla="*/ 308613 w 1215276"/>
              <a:gd name="csY14" fmla="*/ 661841 h 891714"/>
              <a:gd name="csX15" fmla="*/ 193645 w 1215276"/>
              <a:gd name="csY15" fmla="*/ 488785 h 891714"/>
              <a:gd name="csX16" fmla="*/ 192749 w 1215276"/>
              <a:gd name="csY16" fmla="*/ 483587 h 891714"/>
              <a:gd name="csX17" fmla="*/ 193376 w 1215276"/>
              <a:gd name="csY17" fmla="*/ 482512 h 891714"/>
              <a:gd name="csX18" fmla="*/ 190419 w 1215276"/>
              <a:gd name="csY18" fmla="*/ 445947 h 891714"/>
              <a:gd name="csX19" fmla="*/ 193376 w 1215276"/>
              <a:gd name="csY19" fmla="*/ 409561 h 891714"/>
              <a:gd name="csX20" fmla="*/ 190867 w 1215276"/>
              <a:gd name="csY20" fmla="*/ 406067 h 891714"/>
              <a:gd name="csX21" fmla="*/ 190061 w 1215276"/>
              <a:gd name="csY21" fmla="*/ 404990 h 891714"/>
              <a:gd name="csX22" fmla="*/ 186476 w 1215276"/>
              <a:gd name="csY22" fmla="*/ 400599 h 891714"/>
              <a:gd name="csX23" fmla="*/ 139700 w 1215276"/>
              <a:gd name="csY23" fmla="*/ 380614 h 891714"/>
              <a:gd name="csX24" fmla="*/ 5376 w 1215276"/>
              <a:gd name="csY24" fmla="*/ 380614 h 891714"/>
              <a:gd name="csX25" fmla="*/ 0 w 1215276"/>
              <a:gd name="csY25" fmla="*/ 445857 h 891714"/>
              <a:gd name="csX26" fmla="*/ 5376 w 1215276"/>
              <a:gd name="csY26" fmla="*/ 511101 h 891714"/>
              <a:gd name="csX27" fmla="*/ 5824 w 1215276"/>
              <a:gd name="csY27" fmla="*/ 511101 h 891714"/>
              <a:gd name="csX28" fmla="*/ 7886 w 1215276"/>
              <a:gd name="csY28" fmla="*/ 522931 h 891714"/>
              <a:gd name="csX29" fmla="*/ 86562 w 1215276"/>
              <a:gd name="csY29" fmla="*/ 707546 h 891714"/>
              <a:gd name="csX30" fmla="*/ 103140 w 1215276"/>
              <a:gd name="csY30" fmla="*/ 730220 h 891714"/>
              <a:gd name="csX31" fmla="*/ 102781 w 1215276"/>
              <a:gd name="csY31" fmla="*/ 730220 h 891714"/>
              <a:gd name="csX32" fmla="*/ 445894 w 1215276"/>
              <a:gd name="csY32" fmla="*/ 891714 h 891714"/>
              <a:gd name="csX33" fmla="*/ 769472 w 1215276"/>
              <a:gd name="csY33" fmla="*/ 891714 h 891714"/>
              <a:gd name="csX34" fmla="*/ 1215277 w 1215276"/>
              <a:gd name="csY34" fmla="*/ 445857 h 891714"/>
              <a:gd name="csX35" fmla="*/ 769472 w 1215276"/>
              <a:gd name="csY35" fmla="*/ 0 h 891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215276" h="891714">
                <a:moveTo>
                  <a:pt x="769293" y="179"/>
                </a:moveTo>
                <a:lnTo>
                  <a:pt x="445715" y="179"/>
                </a:lnTo>
                <a:cubicBezTo>
                  <a:pt x="307896" y="179"/>
                  <a:pt x="184415" y="63093"/>
                  <a:pt x="102602" y="161674"/>
                </a:cubicBezTo>
                <a:lnTo>
                  <a:pt x="139521" y="161674"/>
                </a:lnTo>
                <a:cubicBezTo>
                  <a:pt x="203054" y="161674"/>
                  <a:pt x="263361" y="182464"/>
                  <a:pt x="313811" y="221898"/>
                </a:cubicBezTo>
                <a:cubicBezTo>
                  <a:pt x="314527" y="222436"/>
                  <a:pt x="315244" y="222972"/>
                  <a:pt x="315961" y="223421"/>
                </a:cubicBezTo>
                <a:cubicBezTo>
                  <a:pt x="316678" y="223959"/>
                  <a:pt x="317485" y="224497"/>
                  <a:pt x="318291" y="225123"/>
                </a:cubicBezTo>
                <a:cubicBezTo>
                  <a:pt x="355838" y="203346"/>
                  <a:pt x="399298" y="190711"/>
                  <a:pt x="445715" y="190711"/>
                </a:cubicBezTo>
                <a:lnTo>
                  <a:pt x="769293" y="190711"/>
                </a:lnTo>
                <a:cubicBezTo>
                  <a:pt x="910069" y="190711"/>
                  <a:pt x="1024589" y="305245"/>
                  <a:pt x="1024589" y="446037"/>
                </a:cubicBezTo>
                <a:cubicBezTo>
                  <a:pt x="1024589" y="586829"/>
                  <a:pt x="910069" y="701363"/>
                  <a:pt x="769293" y="701363"/>
                </a:cubicBezTo>
                <a:lnTo>
                  <a:pt x="445715" y="701363"/>
                </a:lnTo>
                <a:cubicBezTo>
                  <a:pt x="399298" y="701363"/>
                  <a:pt x="355838" y="688637"/>
                  <a:pt x="318291" y="666948"/>
                </a:cubicBezTo>
                <a:lnTo>
                  <a:pt x="317574" y="667576"/>
                </a:lnTo>
                <a:lnTo>
                  <a:pt x="308613" y="661841"/>
                </a:lnTo>
                <a:cubicBezTo>
                  <a:pt x="247590" y="622946"/>
                  <a:pt x="205653" y="559853"/>
                  <a:pt x="193645" y="488785"/>
                </a:cubicBezTo>
                <a:lnTo>
                  <a:pt x="192749" y="483587"/>
                </a:lnTo>
                <a:lnTo>
                  <a:pt x="193376" y="482512"/>
                </a:lnTo>
                <a:cubicBezTo>
                  <a:pt x="191674" y="470503"/>
                  <a:pt x="190419" y="458403"/>
                  <a:pt x="190419" y="445947"/>
                </a:cubicBezTo>
                <a:cubicBezTo>
                  <a:pt x="190419" y="433489"/>
                  <a:pt x="191584" y="421481"/>
                  <a:pt x="193376" y="409561"/>
                </a:cubicBezTo>
                <a:cubicBezTo>
                  <a:pt x="192570" y="408397"/>
                  <a:pt x="191763" y="407231"/>
                  <a:pt x="190867" y="406067"/>
                </a:cubicBezTo>
                <a:lnTo>
                  <a:pt x="190061" y="404990"/>
                </a:lnTo>
                <a:cubicBezTo>
                  <a:pt x="188806" y="403378"/>
                  <a:pt x="187552" y="401765"/>
                  <a:pt x="186476" y="400599"/>
                </a:cubicBezTo>
                <a:cubicBezTo>
                  <a:pt x="174021" y="387694"/>
                  <a:pt x="157443" y="380614"/>
                  <a:pt x="139700" y="380614"/>
                </a:cubicBezTo>
                <a:lnTo>
                  <a:pt x="5376" y="380614"/>
                </a:lnTo>
                <a:cubicBezTo>
                  <a:pt x="2240" y="401945"/>
                  <a:pt x="0" y="423632"/>
                  <a:pt x="0" y="445857"/>
                </a:cubicBezTo>
                <a:cubicBezTo>
                  <a:pt x="0" y="468083"/>
                  <a:pt x="2151" y="489770"/>
                  <a:pt x="5376" y="511101"/>
                </a:cubicBezTo>
                <a:lnTo>
                  <a:pt x="5824" y="511101"/>
                </a:lnTo>
                <a:lnTo>
                  <a:pt x="7886" y="522931"/>
                </a:lnTo>
                <a:cubicBezTo>
                  <a:pt x="19714" y="590056"/>
                  <a:pt x="46148" y="652162"/>
                  <a:pt x="86562" y="707546"/>
                </a:cubicBezTo>
                <a:lnTo>
                  <a:pt x="103140" y="730220"/>
                </a:lnTo>
                <a:lnTo>
                  <a:pt x="102781" y="730220"/>
                </a:lnTo>
                <a:cubicBezTo>
                  <a:pt x="184594" y="828801"/>
                  <a:pt x="308076" y="891714"/>
                  <a:pt x="445894" y="891714"/>
                </a:cubicBezTo>
                <a:lnTo>
                  <a:pt x="769472" y="891714"/>
                </a:lnTo>
                <a:cubicBezTo>
                  <a:pt x="1015270" y="891714"/>
                  <a:pt x="1215277" y="691683"/>
                  <a:pt x="1215277" y="445857"/>
                </a:cubicBezTo>
                <a:cubicBezTo>
                  <a:pt x="1215277" y="200031"/>
                  <a:pt x="1015270" y="0"/>
                  <a:pt x="769472" y="0"/>
                </a:cubicBezTo>
                <a:close/>
              </a:path>
            </a:pathLst>
          </a:custGeom>
          <a:solidFill>
            <a:srgbClr val="F595A6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61" name="Forme libre 22">
            <a:extLst>
              <a:ext uri="{FF2B5EF4-FFF2-40B4-BE49-F238E27FC236}">
                <a16:creationId xmlns:a16="http://schemas.microsoft.com/office/drawing/2014/main" xmlns="" id="{F834DDCF-F496-14F1-8147-2E35B021E1ED}"/>
              </a:ext>
            </a:extLst>
          </p:cNvPr>
          <p:cNvSpPr/>
          <p:nvPr/>
        </p:nvSpPr>
        <p:spPr>
          <a:xfrm>
            <a:off x="1885058" y="2810825"/>
            <a:ext cx="2013893" cy="1477888"/>
          </a:xfrm>
          <a:custGeom>
            <a:avLst/>
            <a:gdLst>
              <a:gd name="csX0" fmla="*/ 1215367 w 1215367"/>
              <a:gd name="csY0" fmla="*/ 445947 h 891893"/>
              <a:gd name="csX1" fmla="*/ 1209901 w 1215367"/>
              <a:gd name="csY1" fmla="*/ 511906 h 891893"/>
              <a:gd name="csX2" fmla="*/ 1208825 w 1215367"/>
              <a:gd name="csY2" fmla="*/ 518717 h 891893"/>
              <a:gd name="csX3" fmla="*/ 1207750 w 1215367"/>
              <a:gd name="csY3" fmla="*/ 525528 h 891893"/>
              <a:gd name="csX4" fmla="*/ 1123339 w 1215367"/>
              <a:gd name="csY4" fmla="*/ 716059 h 891893"/>
              <a:gd name="csX5" fmla="*/ 1118231 w 1215367"/>
              <a:gd name="csY5" fmla="*/ 722870 h 891893"/>
              <a:gd name="csX6" fmla="*/ 1113123 w 1215367"/>
              <a:gd name="csY6" fmla="*/ 729682 h 891893"/>
              <a:gd name="csX7" fmla="*/ 769473 w 1215367"/>
              <a:gd name="csY7" fmla="*/ 891894 h 891893"/>
              <a:gd name="csX8" fmla="*/ 445894 w 1215367"/>
              <a:gd name="csY8" fmla="*/ 891894 h 891893"/>
              <a:gd name="csX9" fmla="*/ 102244 w 1215367"/>
              <a:gd name="csY9" fmla="*/ 729682 h 891893"/>
              <a:gd name="csX10" fmla="*/ 97136 w 1215367"/>
              <a:gd name="csY10" fmla="*/ 722870 h 891893"/>
              <a:gd name="csX11" fmla="*/ 92029 w 1215367"/>
              <a:gd name="csY11" fmla="*/ 716059 h 891893"/>
              <a:gd name="csX12" fmla="*/ 7617 w 1215367"/>
              <a:gd name="csY12" fmla="*/ 525528 h 891893"/>
              <a:gd name="csX13" fmla="*/ 6542 w 1215367"/>
              <a:gd name="csY13" fmla="*/ 518717 h 891893"/>
              <a:gd name="csX14" fmla="*/ 5466 w 1215367"/>
              <a:gd name="csY14" fmla="*/ 511906 h 891893"/>
              <a:gd name="csX15" fmla="*/ 0 w 1215367"/>
              <a:gd name="csY15" fmla="*/ 445947 h 891893"/>
              <a:gd name="csX16" fmla="*/ 5466 w 1215367"/>
              <a:gd name="csY16" fmla="*/ 379986 h 891893"/>
              <a:gd name="csX17" fmla="*/ 139701 w 1215367"/>
              <a:gd name="csY17" fmla="*/ 379986 h 891893"/>
              <a:gd name="csX18" fmla="*/ 193645 w 1215367"/>
              <a:gd name="csY18" fmla="*/ 408217 h 891893"/>
              <a:gd name="csX19" fmla="*/ 190509 w 1215367"/>
              <a:gd name="csY19" fmla="*/ 445857 h 891893"/>
              <a:gd name="csX20" fmla="*/ 193645 w 1215367"/>
              <a:gd name="csY20" fmla="*/ 483497 h 891893"/>
              <a:gd name="csX21" fmla="*/ 194989 w 1215367"/>
              <a:gd name="csY21" fmla="*/ 492459 h 891893"/>
              <a:gd name="csX22" fmla="*/ 196692 w 1215367"/>
              <a:gd name="csY22" fmla="*/ 500972 h 891893"/>
              <a:gd name="csX23" fmla="*/ 305209 w 1215367"/>
              <a:gd name="csY23" fmla="*/ 658704 h 891893"/>
              <a:gd name="csX24" fmla="*/ 311481 w 1215367"/>
              <a:gd name="csY24" fmla="*/ 662557 h 891893"/>
              <a:gd name="csX25" fmla="*/ 317754 w 1215367"/>
              <a:gd name="csY25" fmla="*/ 666320 h 891893"/>
              <a:gd name="csX26" fmla="*/ 445805 w 1215367"/>
              <a:gd name="csY26" fmla="*/ 701183 h 891893"/>
              <a:gd name="csX27" fmla="*/ 769383 w 1215367"/>
              <a:gd name="csY27" fmla="*/ 701183 h 891893"/>
              <a:gd name="csX28" fmla="*/ 899675 w 1215367"/>
              <a:gd name="csY28" fmla="*/ 665066 h 891893"/>
              <a:gd name="csX29" fmla="*/ 905947 w 1215367"/>
              <a:gd name="csY29" fmla="*/ 661213 h 891893"/>
              <a:gd name="csX30" fmla="*/ 912220 w 1215367"/>
              <a:gd name="csY30" fmla="*/ 657358 h 891893"/>
              <a:gd name="csX31" fmla="*/ 1019482 w 1215367"/>
              <a:gd name="csY31" fmla="*/ 497388 h 891893"/>
              <a:gd name="csX32" fmla="*/ 1020826 w 1215367"/>
              <a:gd name="csY32" fmla="*/ 488427 h 891893"/>
              <a:gd name="csX33" fmla="*/ 1022439 w 1215367"/>
              <a:gd name="csY33" fmla="*/ 478209 h 891893"/>
              <a:gd name="csX34" fmla="*/ 1024679 w 1215367"/>
              <a:gd name="csY34" fmla="*/ 445857 h 891893"/>
              <a:gd name="csX35" fmla="*/ 1022439 w 1215367"/>
              <a:gd name="csY35" fmla="*/ 413504 h 891893"/>
              <a:gd name="csX36" fmla="*/ 1079520 w 1215367"/>
              <a:gd name="csY36" fmla="*/ 379986 h 891893"/>
              <a:gd name="csX37" fmla="*/ 1209812 w 1215367"/>
              <a:gd name="csY37" fmla="*/ 379986 h 891893"/>
              <a:gd name="csX38" fmla="*/ 1215278 w 1215367"/>
              <a:gd name="csY38" fmla="*/ 445947 h 891893"/>
              <a:gd name="csX39" fmla="*/ 317843 w 1215367"/>
              <a:gd name="csY39" fmla="*/ 225392 h 891893"/>
              <a:gd name="csX40" fmla="*/ 445894 w 1215367"/>
              <a:gd name="csY40" fmla="*/ 190531 h 891893"/>
              <a:gd name="csX41" fmla="*/ 769473 w 1215367"/>
              <a:gd name="csY41" fmla="*/ 190531 h 891893"/>
              <a:gd name="csX42" fmla="*/ 899764 w 1215367"/>
              <a:gd name="csY42" fmla="*/ 226648 h 891893"/>
              <a:gd name="csX43" fmla="*/ 1079609 w 1215367"/>
              <a:gd name="csY43" fmla="*/ 162210 h 891893"/>
              <a:gd name="csX44" fmla="*/ 1113213 w 1215367"/>
              <a:gd name="csY44" fmla="*/ 162210 h 891893"/>
              <a:gd name="csX45" fmla="*/ 769562 w 1215367"/>
              <a:gd name="csY45" fmla="*/ 0 h 891893"/>
              <a:gd name="csX46" fmla="*/ 445984 w 1215367"/>
              <a:gd name="csY46" fmla="*/ 0 h 891893"/>
              <a:gd name="csX47" fmla="*/ 102334 w 1215367"/>
              <a:gd name="csY47" fmla="*/ 162210 h 891893"/>
              <a:gd name="csX48" fmla="*/ 139880 w 1215367"/>
              <a:gd name="csY48" fmla="*/ 162210 h 891893"/>
              <a:gd name="csX49" fmla="*/ 317933 w 1215367"/>
              <a:gd name="csY49" fmla="*/ 225392 h 8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215367" h="891893">
                <a:moveTo>
                  <a:pt x="1215367" y="445947"/>
                </a:moveTo>
                <a:cubicBezTo>
                  <a:pt x="1215367" y="468352"/>
                  <a:pt x="1213127" y="490308"/>
                  <a:pt x="1209901" y="511906"/>
                </a:cubicBezTo>
                <a:cubicBezTo>
                  <a:pt x="1209542" y="514146"/>
                  <a:pt x="1209274" y="516476"/>
                  <a:pt x="1208825" y="518717"/>
                </a:cubicBezTo>
                <a:cubicBezTo>
                  <a:pt x="1208467" y="520957"/>
                  <a:pt x="1208198" y="523288"/>
                  <a:pt x="1207750" y="525528"/>
                </a:cubicBezTo>
                <a:cubicBezTo>
                  <a:pt x="1194936" y="596239"/>
                  <a:pt x="1165365" y="661124"/>
                  <a:pt x="1123339" y="716059"/>
                </a:cubicBezTo>
                <a:cubicBezTo>
                  <a:pt x="1121636" y="718300"/>
                  <a:pt x="1120023" y="720630"/>
                  <a:pt x="1118231" y="722870"/>
                </a:cubicBezTo>
                <a:cubicBezTo>
                  <a:pt x="1116439" y="725111"/>
                  <a:pt x="1114915" y="727441"/>
                  <a:pt x="1113123" y="729682"/>
                </a:cubicBezTo>
                <a:cubicBezTo>
                  <a:pt x="1031310" y="828712"/>
                  <a:pt x="907650" y="891894"/>
                  <a:pt x="769473" y="891894"/>
                </a:cubicBezTo>
                <a:lnTo>
                  <a:pt x="445894" y="891894"/>
                </a:lnTo>
                <a:cubicBezTo>
                  <a:pt x="307718" y="891894"/>
                  <a:pt x="184057" y="828712"/>
                  <a:pt x="102244" y="729682"/>
                </a:cubicBezTo>
                <a:cubicBezTo>
                  <a:pt x="100452" y="727531"/>
                  <a:pt x="98839" y="725111"/>
                  <a:pt x="97136" y="722870"/>
                </a:cubicBezTo>
                <a:cubicBezTo>
                  <a:pt x="95344" y="720630"/>
                  <a:pt x="93731" y="718300"/>
                  <a:pt x="92029" y="716059"/>
                </a:cubicBezTo>
                <a:cubicBezTo>
                  <a:pt x="50002" y="661124"/>
                  <a:pt x="20431" y="596239"/>
                  <a:pt x="7617" y="525528"/>
                </a:cubicBezTo>
                <a:cubicBezTo>
                  <a:pt x="7169" y="523288"/>
                  <a:pt x="6989" y="520957"/>
                  <a:pt x="6542" y="518717"/>
                </a:cubicBezTo>
                <a:cubicBezTo>
                  <a:pt x="6183" y="516476"/>
                  <a:pt x="5825" y="514146"/>
                  <a:pt x="5466" y="511906"/>
                </a:cubicBezTo>
                <a:cubicBezTo>
                  <a:pt x="2240" y="490308"/>
                  <a:pt x="0" y="468442"/>
                  <a:pt x="0" y="445947"/>
                </a:cubicBezTo>
                <a:cubicBezTo>
                  <a:pt x="0" y="423452"/>
                  <a:pt x="2240" y="401586"/>
                  <a:pt x="5466" y="379986"/>
                </a:cubicBezTo>
                <a:lnTo>
                  <a:pt x="139701" y="379986"/>
                </a:lnTo>
                <a:cubicBezTo>
                  <a:pt x="162013" y="379986"/>
                  <a:pt x="181727" y="391188"/>
                  <a:pt x="193645" y="408217"/>
                </a:cubicBezTo>
                <a:cubicBezTo>
                  <a:pt x="191853" y="420584"/>
                  <a:pt x="190509" y="433042"/>
                  <a:pt x="190509" y="445857"/>
                </a:cubicBezTo>
                <a:cubicBezTo>
                  <a:pt x="190509" y="458672"/>
                  <a:pt x="191763" y="471220"/>
                  <a:pt x="193645" y="483497"/>
                </a:cubicBezTo>
                <a:cubicBezTo>
                  <a:pt x="194093" y="486455"/>
                  <a:pt x="194452" y="489501"/>
                  <a:pt x="194989" y="492459"/>
                </a:cubicBezTo>
                <a:cubicBezTo>
                  <a:pt x="195527" y="495327"/>
                  <a:pt x="196065" y="498194"/>
                  <a:pt x="196692" y="500972"/>
                </a:cubicBezTo>
                <a:cubicBezTo>
                  <a:pt x="211208" y="566575"/>
                  <a:pt x="250905" y="622676"/>
                  <a:pt x="305209" y="658704"/>
                </a:cubicBezTo>
                <a:cubicBezTo>
                  <a:pt x="307269" y="660047"/>
                  <a:pt x="309420" y="661213"/>
                  <a:pt x="311481" y="662557"/>
                </a:cubicBezTo>
                <a:cubicBezTo>
                  <a:pt x="313542" y="663813"/>
                  <a:pt x="315603" y="665156"/>
                  <a:pt x="317754" y="666320"/>
                </a:cubicBezTo>
                <a:cubicBezTo>
                  <a:pt x="355479" y="688279"/>
                  <a:pt x="399119" y="701183"/>
                  <a:pt x="445805" y="701183"/>
                </a:cubicBezTo>
                <a:lnTo>
                  <a:pt x="769383" y="701183"/>
                </a:lnTo>
                <a:cubicBezTo>
                  <a:pt x="816965" y="701183"/>
                  <a:pt x="861411" y="687830"/>
                  <a:pt x="899675" y="665066"/>
                </a:cubicBezTo>
                <a:cubicBezTo>
                  <a:pt x="901735" y="663813"/>
                  <a:pt x="903886" y="662557"/>
                  <a:pt x="905947" y="661213"/>
                </a:cubicBezTo>
                <a:cubicBezTo>
                  <a:pt x="908008" y="659868"/>
                  <a:pt x="910159" y="658793"/>
                  <a:pt x="912220" y="657358"/>
                </a:cubicBezTo>
                <a:cubicBezTo>
                  <a:pt x="966433" y="620615"/>
                  <a:pt x="1005861" y="563616"/>
                  <a:pt x="1019482" y="497388"/>
                </a:cubicBezTo>
                <a:cubicBezTo>
                  <a:pt x="1020109" y="494430"/>
                  <a:pt x="1020378" y="491385"/>
                  <a:pt x="1020826" y="488427"/>
                </a:cubicBezTo>
                <a:cubicBezTo>
                  <a:pt x="1021364" y="485020"/>
                  <a:pt x="1021991" y="481615"/>
                  <a:pt x="1022439" y="478209"/>
                </a:cubicBezTo>
                <a:cubicBezTo>
                  <a:pt x="1023783" y="467544"/>
                  <a:pt x="1024679" y="456791"/>
                  <a:pt x="1024679" y="445857"/>
                </a:cubicBezTo>
                <a:cubicBezTo>
                  <a:pt x="1024679" y="434924"/>
                  <a:pt x="1023783" y="424080"/>
                  <a:pt x="1022439" y="413504"/>
                </a:cubicBezTo>
                <a:cubicBezTo>
                  <a:pt x="1033819" y="393608"/>
                  <a:pt x="1054967" y="379986"/>
                  <a:pt x="1079520" y="379986"/>
                </a:cubicBezTo>
                <a:lnTo>
                  <a:pt x="1209812" y="379986"/>
                </a:lnTo>
                <a:cubicBezTo>
                  <a:pt x="1213037" y="401586"/>
                  <a:pt x="1215278" y="423452"/>
                  <a:pt x="1215278" y="445947"/>
                </a:cubicBezTo>
                <a:close/>
                <a:moveTo>
                  <a:pt x="317843" y="225392"/>
                </a:moveTo>
                <a:cubicBezTo>
                  <a:pt x="355569" y="203436"/>
                  <a:pt x="399208" y="190531"/>
                  <a:pt x="445894" y="190531"/>
                </a:cubicBezTo>
                <a:lnTo>
                  <a:pt x="769473" y="190531"/>
                </a:lnTo>
                <a:cubicBezTo>
                  <a:pt x="817055" y="190531"/>
                  <a:pt x="861501" y="203884"/>
                  <a:pt x="899764" y="226648"/>
                </a:cubicBezTo>
                <a:cubicBezTo>
                  <a:pt x="948780" y="186409"/>
                  <a:pt x="1011417" y="162210"/>
                  <a:pt x="1079609" y="162210"/>
                </a:cubicBezTo>
                <a:lnTo>
                  <a:pt x="1113213" y="162210"/>
                </a:lnTo>
                <a:cubicBezTo>
                  <a:pt x="1031400" y="63182"/>
                  <a:pt x="907739" y="0"/>
                  <a:pt x="769562" y="0"/>
                </a:cubicBezTo>
                <a:lnTo>
                  <a:pt x="445984" y="0"/>
                </a:lnTo>
                <a:cubicBezTo>
                  <a:pt x="307807" y="0"/>
                  <a:pt x="184147" y="63182"/>
                  <a:pt x="102334" y="162210"/>
                </a:cubicBezTo>
                <a:lnTo>
                  <a:pt x="139880" y="162210"/>
                </a:lnTo>
                <a:cubicBezTo>
                  <a:pt x="207266" y="162210"/>
                  <a:pt x="269186" y="185961"/>
                  <a:pt x="317933" y="225392"/>
                </a:cubicBezTo>
                <a:close/>
              </a:path>
            </a:pathLst>
          </a:custGeom>
          <a:solidFill>
            <a:schemeClr val="accent2"/>
          </a:solidFill>
          <a:ln w="8960" cap="flat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xmlns="" id="{88068388-90C2-DE13-8C33-747CDB62269A}"/>
              </a:ext>
            </a:extLst>
          </p:cNvPr>
          <p:cNvGrpSpPr/>
          <p:nvPr/>
        </p:nvGrpSpPr>
        <p:grpSpPr>
          <a:xfrm>
            <a:off x="1845985" y="4456324"/>
            <a:ext cx="2092037" cy="1310543"/>
            <a:chOff x="332936" y="2577912"/>
            <a:chExt cx="2926080" cy="131054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756B69E1-D681-01F4-EF81-FF44EA7AB968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>
                      <a:lumMod val="75000"/>
                    </a:schemeClr>
                  </a:solidFill>
                </a:rPr>
                <a:t>Download &amp; Store PDF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A323BCE3-1976-A907-8A80-55DFD79DBB54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Download PDF report and manually store data.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xmlns="" id="{73A0D5EF-B855-BB6E-37A9-466FA6423B67}"/>
              </a:ext>
            </a:extLst>
          </p:cNvPr>
          <p:cNvGrpSpPr/>
          <p:nvPr/>
        </p:nvGrpSpPr>
        <p:grpSpPr>
          <a:xfrm>
            <a:off x="4368960" y="4455825"/>
            <a:ext cx="2092037" cy="1310543"/>
            <a:chOff x="332936" y="2577912"/>
            <a:chExt cx="2926080" cy="131054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9E20E13F-4D3B-B898-064D-8A42D197BE7A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1">
                      <a:lumMod val="75000"/>
                    </a:schemeClr>
                  </a:solidFill>
                </a:rPr>
                <a:t>Open Sap &amp; Transaction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A8E84C0A-5B5B-A451-3F98-AFB91B7CDE43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Log In and open the right transaction.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xmlns="" id="{7CE1FEC5-C100-9224-7FCD-B46C427B0136}"/>
              </a:ext>
            </a:extLst>
          </p:cNvPr>
          <p:cNvGrpSpPr/>
          <p:nvPr/>
        </p:nvGrpSpPr>
        <p:grpSpPr>
          <a:xfrm>
            <a:off x="6906704" y="4455825"/>
            <a:ext cx="2092037" cy="1310543"/>
            <a:chOff x="332936" y="2577912"/>
            <a:chExt cx="2926080" cy="1310543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64390FF1-5D50-A523-3C16-82C898B55051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7030A0"/>
                  </a:solidFill>
                </a:rPr>
                <a:t>Enter Information</a:t>
              </a:r>
              <a:endParaRPr lang="en-US" sz="2400" b="1" dirty="0">
                <a:solidFill>
                  <a:srgbClr val="7030A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A284556E-94BE-5457-C5C5-03F692314D43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Enter information from Excel in multiple fields.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xmlns="" id="{57623977-0EED-CA3B-E10D-9F7D5CF94290}"/>
              </a:ext>
            </a:extLst>
          </p:cNvPr>
          <p:cNvGrpSpPr/>
          <p:nvPr/>
        </p:nvGrpSpPr>
        <p:grpSpPr>
          <a:xfrm>
            <a:off x="9444448" y="4461383"/>
            <a:ext cx="2092037" cy="941211"/>
            <a:chOff x="332936" y="2947244"/>
            <a:chExt cx="2926080" cy="941211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22D60745-FCAD-DA02-C915-E429BD552C3C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941651"/>
                  </a:solidFill>
                </a:rPr>
                <a:t>Repeat</a:t>
              </a:r>
              <a:endParaRPr lang="en-US" sz="2400" b="1" dirty="0">
                <a:solidFill>
                  <a:srgbClr val="94165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C2C6D03F-84C1-A4F4-5A55-CF92B7B38B9C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Repeat the process for every material number.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xmlns="" id="{8B17E386-B13E-C1B4-0980-58586B2ED018}"/>
              </a:ext>
            </a:extLst>
          </p:cNvPr>
          <p:cNvGrpSpPr/>
          <p:nvPr/>
        </p:nvGrpSpPr>
        <p:grpSpPr>
          <a:xfrm>
            <a:off x="693402" y="1166262"/>
            <a:ext cx="2092037" cy="1290153"/>
            <a:chOff x="332936" y="2577912"/>
            <a:chExt cx="2926080" cy="1290153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2EE543EC-F093-B987-70EE-4719F8D632E0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4">
                      <a:lumMod val="75000"/>
                    </a:schemeClr>
                  </a:solidFill>
                </a:rPr>
                <a:t>VW BEON Portal</a:t>
              </a:r>
              <a:endParaRPr lang="en-US" sz="2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xmlns="" id="{020C8ADB-EB68-65D3-1099-FFA5803BE736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Navigate portal and search customer reports.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7F89DD83-871B-FFEC-01B1-9B1B9003D98E}"/>
              </a:ext>
            </a:extLst>
          </p:cNvPr>
          <p:cNvGrpSpPr/>
          <p:nvPr/>
        </p:nvGrpSpPr>
        <p:grpSpPr>
          <a:xfrm>
            <a:off x="3225951" y="1130916"/>
            <a:ext cx="2092037" cy="941211"/>
            <a:chOff x="332936" y="2947244"/>
            <a:chExt cx="2926080" cy="94121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1D1D3C92-76DB-F117-45EA-9097AAA1C43E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5">
                      <a:lumMod val="75000"/>
                    </a:schemeClr>
                  </a:solidFill>
                </a:rPr>
                <a:t>Excel Entry</a:t>
              </a:r>
              <a:endParaRPr lang="en-US" sz="2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xmlns="" id="{579189D5-3B8D-9FDC-BADB-936092DAC0E7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Manually type ~40 attributes per document into Excel.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xmlns="" id="{6115B1DC-55C3-D5B6-1934-19223276E927}"/>
              </a:ext>
            </a:extLst>
          </p:cNvPr>
          <p:cNvGrpSpPr/>
          <p:nvPr/>
        </p:nvGrpSpPr>
        <p:grpSpPr>
          <a:xfrm>
            <a:off x="5648001" y="849492"/>
            <a:ext cx="2092037" cy="1659485"/>
            <a:chOff x="332936" y="2208580"/>
            <a:chExt cx="2926080" cy="1659485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xmlns="" id="{E8895ECA-F749-8573-7263-EFB33B157B12}"/>
                </a:ext>
              </a:extLst>
            </p:cNvPr>
            <p:cNvSpPr txBox="1"/>
            <p:nvPr/>
          </p:nvSpPr>
          <p:spPr>
            <a:xfrm>
              <a:off x="332936" y="2208580"/>
              <a:ext cx="2926080" cy="120032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chemeClr val="accent6">
                      <a:lumMod val="75000"/>
                    </a:schemeClr>
                  </a:solidFill>
                </a:rPr>
                <a:t>Search for Material Number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AD1C59FD-BD13-2A8D-B14B-AFC9A4B3F05F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Enter the material number in the input mask.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xmlns="" id="{84F2E444-02BD-B5F8-5254-96764A1E171D}"/>
              </a:ext>
            </a:extLst>
          </p:cNvPr>
          <p:cNvGrpSpPr/>
          <p:nvPr/>
        </p:nvGrpSpPr>
        <p:grpSpPr>
          <a:xfrm>
            <a:off x="8192054" y="1166262"/>
            <a:ext cx="2092037" cy="941211"/>
            <a:chOff x="332936" y="2947244"/>
            <a:chExt cx="2926080" cy="941211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xmlns="" id="{50CB8C75-0ED7-4C33-C85E-712B74D547B4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A26700"/>
                  </a:solidFill>
                </a:rPr>
                <a:t>PDF Upload</a:t>
              </a:r>
              <a:endParaRPr lang="en-US" sz="2400" b="1" dirty="0">
                <a:solidFill>
                  <a:srgbClr val="A26700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0A09ECEF-60A6-B895-3B03-FD0A7235BBB5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482055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>
                <a:lnSpc>
                  <a:spcPts val="1627"/>
                </a:lnSpc>
              </a:pPr>
              <a:r>
                <a:rPr lang="en-US" sz="1200" dirty="0">
                  <a:solidFill>
                    <a:srgbClr val="475569"/>
                  </a:solidFill>
                  <a:latin typeface="Inter"/>
                </a:rPr>
                <a:t>Upload the corresponding PDF in another input mask.</a:t>
              </a:r>
              <a:endParaRPr lang="en-US" sz="1200" dirty="0">
                <a:solidFill>
                  <a:srgbClr val="475569"/>
                </a:solidFill>
                <a:latin typeface="Inter"/>
              </a:endParaRPr>
            </a:p>
          </p:txBody>
        </p:sp>
      </p:grpSp>
      <p:pic>
        <p:nvPicPr>
          <p:cNvPr id="86" name="Graphic 34" descr="Badge 1 with solid fill">
            <a:extLst>
              <a:ext uri="{FF2B5EF4-FFF2-40B4-BE49-F238E27FC236}">
                <a16:creationId xmlns:a16="http://schemas.microsoft.com/office/drawing/2014/main" xmlns="" id="{1F5AC115-A56E-5193-4449-7F0B1908E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/>
        </p:blipFill>
        <p:spPr>
          <a:xfrm>
            <a:off x="1297345" y="2467929"/>
            <a:ext cx="548640" cy="548640"/>
          </a:xfrm>
          <a:prstGeom prst="rect">
            <a:avLst/>
          </a:prstGeom>
        </p:spPr>
      </p:pic>
      <p:pic>
        <p:nvPicPr>
          <p:cNvPr id="87" name="Graphic 35" descr="Badge with solid fill">
            <a:extLst>
              <a:ext uri="{FF2B5EF4-FFF2-40B4-BE49-F238E27FC236}">
                <a16:creationId xmlns:a16="http://schemas.microsoft.com/office/drawing/2014/main" xmlns="" id="{AC3751E7-5D4E-9B57-CDC3-8B4D329009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2617683" y="3275449"/>
            <a:ext cx="548640" cy="548640"/>
          </a:xfrm>
          <a:prstGeom prst="rect">
            <a:avLst/>
          </a:prstGeom>
        </p:spPr>
      </p:pic>
      <p:pic>
        <p:nvPicPr>
          <p:cNvPr id="88" name="Graphic 36" descr="Badge 4 with solid fill">
            <a:extLst>
              <a:ext uri="{FF2B5EF4-FFF2-40B4-BE49-F238E27FC236}">
                <a16:creationId xmlns:a16="http://schemas.microsoft.com/office/drawing/2014/main" xmlns="" id="{69471505-4BE1-3F34-3030-11FCA61875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rcRect/>
          <a:stretch/>
        </p:blipFill>
        <p:spPr>
          <a:xfrm>
            <a:off x="5149493" y="3275449"/>
            <a:ext cx="548640" cy="548640"/>
          </a:xfrm>
          <a:prstGeom prst="rect">
            <a:avLst/>
          </a:prstGeom>
        </p:spPr>
      </p:pic>
      <p:pic>
        <p:nvPicPr>
          <p:cNvPr id="89" name="Graphic 37" descr="Badge 6 with solid fill">
            <a:extLst>
              <a:ext uri="{FF2B5EF4-FFF2-40B4-BE49-F238E27FC236}">
                <a16:creationId xmlns:a16="http://schemas.microsoft.com/office/drawing/2014/main" xmlns="" id="{D4849643-2C3C-471E-47AC-9ABA8DE07C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rcRect/>
          <a:stretch/>
        </p:blipFill>
        <p:spPr>
          <a:xfrm>
            <a:off x="7683080" y="3275449"/>
            <a:ext cx="548640" cy="548640"/>
          </a:xfrm>
          <a:prstGeom prst="rect">
            <a:avLst/>
          </a:prstGeom>
        </p:spPr>
      </p:pic>
      <p:pic>
        <p:nvPicPr>
          <p:cNvPr id="90" name="Graphic 38" descr="Badge 8 with solid fill">
            <a:extLst>
              <a:ext uri="{FF2B5EF4-FFF2-40B4-BE49-F238E27FC236}">
                <a16:creationId xmlns:a16="http://schemas.microsoft.com/office/drawing/2014/main" xmlns="" id="{4AEF5374-96BA-B89C-3D26-EA65C082F1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rcRect/>
          <a:stretch/>
        </p:blipFill>
        <p:spPr>
          <a:xfrm>
            <a:off x="10371232" y="3275449"/>
            <a:ext cx="548640" cy="548640"/>
          </a:xfrm>
          <a:prstGeom prst="rect">
            <a:avLst/>
          </a:prstGeom>
        </p:spPr>
      </p:pic>
      <p:pic>
        <p:nvPicPr>
          <p:cNvPr id="91" name="Graphic 39" descr="Badge 3 with solid fill">
            <a:extLst>
              <a:ext uri="{FF2B5EF4-FFF2-40B4-BE49-F238E27FC236}">
                <a16:creationId xmlns:a16="http://schemas.microsoft.com/office/drawing/2014/main" xmlns="" id="{1947CC3B-130A-BE99-2F7B-23CFD6787BA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rcRect/>
          <a:stretch/>
        </p:blipFill>
        <p:spPr>
          <a:xfrm>
            <a:off x="3887151" y="2467929"/>
            <a:ext cx="548640" cy="548640"/>
          </a:xfrm>
          <a:prstGeom prst="rect">
            <a:avLst/>
          </a:prstGeom>
        </p:spPr>
      </p:pic>
      <p:pic>
        <p:nvPicPr>
          <p:cNvPr id="92" name="Graphic 40" descr="Badge 5 with solid fill">
            <a:extLst>
              <a:ext uri="{FF2B5EF4-FFF2-40B4-BE49-F238E27FC236}">
                <a16:creationId xmlns:a16="http://schemas.microsoft.com/office/drawing/2014/main" xmlns="" id="{572F6E92-E88E-3E37-FCC6-E8C6E5E0C7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rcRect/>
          <a:stretch/>
        </p:blipFill>
        <p:spPr>
          <a:xfrm>
            <a:off x="6419700" y="2467929"/>
            <a:ext cx="548640" cy="548640"/>
          </a:xfrm>
          <a:prstGeom prst="rect">
            <a:avLst/>
          </a:prstGeom>
        </p:spPr>
      </p:pic>
      <p:pic>
        <p:nvPicPr>
          <p:cNvPr id="93" name="Graphic 41" descr="Badge 7 with solid fill">
            <a:extLst>
              <a:ext uri="{FF2B5EF4-FFF2-40B4-BE49-F238E27FC236}">
                <a16:creationId xmlns:a16="http://schemas.microsoft.com/office/drawing/2014/main" xmlns="" id="{C1590B2B-7D79-7981-1EBD-D42BA7756F6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rcRect/>
          <a:stretch/>
        </p:blipFill>
        <p:spPr>
          <a:xfrm>
            <a:off x="8963753" y="2467929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3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Solution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95738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7" name="Forme libre 24">
            <a:extLst>
              <a:ext uri="{FF2B5EF4-FFF2-40B4-BE49-F238E27FC236}">
                <a16:creationId xmlns="" xmlns:a16="http://schemas.microsoft.com/office/drawing/2014/main" xmlns:lc="http://schemas.openxmlformats.org/drawingml/2006/lockedCanvas" id="{43D27585-97F4-2296-5087-E1F024E0CE68}"/>
              </a:ext>
            </a:extLst>
          </p:cNvPr>
          <p:cNvSpPr/>
          <p:nvPr/>
        </p:nvSpPr>
        <p:spPr>
          <a:xfrm>
            <a:off x="4822775" y="2999442"/>
            <a:ext cx="2555787" cy="1223440"/>
          </a:xfrm>
          <a:custGeom>
            <a:avLst/>
            <a:gdLst>
              <a:gd name="csX0" fmla="*/ 712392 w 1128356"/>
              <a:gd name="csY0" fmla="*/ 349606 h 540137"/>
              <a:gd name="csX1" fmla="*/ 793577 w 1128356"/>
              <a:gd name="csY1" fmla="*/ 540137 h 540137"/>
              <a:gd name="csX2" fmla="*/ 330836 w 1128356"/>
              <a:gd name="csY2" fmla="*/ 540137 h 540137"/>
              <a:gd name="csX3" fmla="*/ 412022 w 1128356"/>
              <a:gd name="csY3" fmla="*/ 349606 h 540137"/>
              <a:gd name="csX4" fmla="*/ 712392 w 1128356"/>
              <a:gd name="csY4" fmla="*/ 349606 h 540137"/>
              <a:gd name="csX5" fmla="*/ 1034984 w 1128356"/>
              <a:gd name="csY5" fmla="*/ 66318 h 540137"/>
              <a:gd name="csX6" fmla="*/ 1029697 w 1128356"/>
              <a:gd name="csY6" fmla="*/ 61567 h 540137"/>
              <a:gd name="csX7" fmla="*/ 1023873 w 1128356"/>
              <a:gd name="csY7" fmla="*/ 57176 h 540137"/>
              <a:gd name="csX8" fmla="*/ 858364 w 1128356"/>
              <a:gd name="csY8" fmla="*/ 0 h 540137"/>
              <a:gd name="csX9" fmla="*/ 270082 w 1128356"/>
              <a:gd name="csY9" fmla="*/ 0 h 540137"/>
              <a:gd name="csX10" fmla="*/ 102782 w 1128356"/>
              <a:gd name="csY10" fmla="*/ 58522 h 540137"/>
              <a:gd name="csX11" fmla="*/ 97047 w 1128356"/>
              <a:gd name="csY11" fmla="*/ 63003 h 540137"/>
              <a:gd name="csX12" fmla="*/ 91760 w 1128356"/>
              <a:gd name="csY12" fmla="*/ 67753 h 540137"/>
              <a:gd name="csX13" fmla="*/ 0 w 1128356"/>
              <a:gd name="csY13" fmla="*/ 270112 h 540137"/>
              <a:gd name="csX14" fmla="*/ 91760 w 1128356"/>
              <a:gd name="csY14" fmla="*/ 472474 h 540137"/>
              <a:gd name="csX15" fmla="*/ 198842 w 1128356"/>
              <a:gd name="csY15" fmla="*/ 304886 h 540137"/>
              <a:gd name="csX16" fmla="*/ 190509 w 1128356"/>
              <a:gd name="csY16" fmla="*/ 270112 h 540137"/>
              <a:gd name="csX17" fmla="*/ 198842 w 1128356"/>
              <a:gd name="csY17" fmla="*/ 235341 h 540137"/>
              <a:gd name="csX18" fmla="*/ 204219 w 1128356"/>
              <a:gd name="csY18" fmla="*/ 225572 h 540137"/>
              <a:gd name="csX19" fmla="*/ 210044 w 1128356"/>
              <a:gd name="csY19" fmla="*/ 218581 h 540137"/>
              <a:gd name="csX20" fmla="*/ 270082 w 1128356"/>
              <a:gd name="csY20" fmla="*/ 190621 h 540137"/>
              <a:gd name="csX21" fmla="*/ 858364 w 1128356"/>
              <a:gd name="csY21" fmla="*/ 190621 h 540137"/>
              <a:gd name="csX22" fmla="*/ 915356 w 1128356"/>
              <a:gd name="csY22" fmla="*/ 214907 h 540137"/>
              <a:gd name="csX23" fmla="*/ 920822 w 1128356"/>
              <a:gd name="csY23" fmla="*/ 221539 h 540137"/>
              <a:gd name="csX24" fmla="*/ 926468 w 1128356"/>
              <a:gd name="csY24" fmla="*/ 229694 h 540137"/>
              <a:gd name="csX25" fmla="*/ 937848 w 1128356"/>
              <a:gd name="csY25" fmla="*/ 270112 h 540137"/>
              <a:gd name="csX26" fmla="*/ 926468 w 1128356"/>
              <a:gd name="csY26" fmla="*/ 310531 h 540137"/>
              <a:gd name="csX27" fmla="*/ 1034984 w 1128356"/>
              <a:gd name="csY27" fmla="*/ 473907 h 540137"/>
              <a:gd name="csX28" fmla="*/ 1128356 w 1128356"/>
              <a:gd name="csY28" fmla="*/ 270112 h 540137"/>
              <a:gd name="csX29" fmla="*/ 1034984 w 1128356"/>
              <a:gd name="csY29" fmla="*/ 66318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28356" h="540137">
                <a:moveTo>
                  <a:pt x="712392" y="349606"/>
                </a:moveTo>
                <a:cubicBezTo>
                  <a:pt x="724758" y="419958"/>
                  <a:pt x="753074" y="484663"/>
                  <a:pt x="793577" y="540137"/>
                </a:cubicBezTo>
                <a:lnTo>
                  <a:pt x="330836" y="540137"/>
                </a:lnTo>
                <a:cubicBezTo>
                  <a:pt x="371340" y="484663"/>
                  <a:pt x="399656" y="419958"/>
                  <a:pt x="412022" y="349606"/>
                </a:cubicBezTo>
                <a:lnTo>
                  <a:pt x="712392" y="349606"/>
                </a:lnTo>
                <a:close/>
                <a:moveTo>
                  <a:pt x="1034984" y="66318"/>
                </a:moveTo>
                <a:cubicBezTo>
                  <a:pt x="1033192" y="64795"/>
                  <a:pt x="1031579" y="63093"/>
                  <a:pt x="1029697" y="61567"/>
                </a:cubicBezTo>
                <a:cubicBezTo>
                  <a:pt x="1027815" y="60045"/>
                  <a:pt x="1025755" y="58701"/>
                  <a:pt x="1023873" y="57176"/>
                </a:cubicBezTo>
                <a:cubicBezTo>
                  <a:pt x="978082" y="21508"/>
                  <a:pt x="920733" y="0"/>
                  <a:pt x="858364" y="0"/>
                </a:cubicBezTo>
                <a:lnTo>
                  <a:pt x="270082" y="0"/>
                </a:lnTo>
                <a:cubicBezTo>
                  <a:pt x="206907" y="0"/>
                  <a:pt x="148840" y="21956"/>
                  <a:pt x="102782" y="58522"/>
                </a:cubicBezTo>
                <a:cubicBezTo>
                  <a:pt x="100900" y="60045"/>
                  <a:pt x="98928" y="61480"/>
                  <a:pt x="97047" y="63003"/>
                </a:cubicBezTo>
                <a:cubicBezTo>
                  <a:pt x="95254" y="64526"/>
                  <a:pt x="93552" y="66228"/>
                  <a:pt x="91760" y="67753"/>
                </a:cubicBezTo>
                <a:cubicBezTo>
                  <a:pt x="35664" y="117313"/>
                  <a:pt x="0" y="189544"/>
                  <a:pt x="0" y="270112"/>
                </a:cubicBezTo>
                <a:cubicBezTo>
                  <a:pt x="0" y="350680"/>
                  <a:pt x="35664" y="422914"/>
                  <a:pt x="91760" y="472474"/>
                </a:cubicBezTo>
                <a:cubicBezTo>
                  <a:pt x="148572" y="435283"/>
                  <a:pt x="188627" y="374969"/>
                  <a:pt x="198842" y="304886"/>
                </a:cubicBezTo>
                <a:cubicBezTo>
                  <a:pt x="193645" y="294311"/>
                  <a:pt x="190509" y="282660"/>
                  <a:pt x="190509" y="270112"/>
                </a:cubicBezTo>
                <a:cubicBezTo>
                  <a:pt x="190509" y="257566"/>
                  <a:pt x="193645" y="245916"/>
                  <a:pt x="198842" y="235341"/>
                </a:cubicBezTo>
                <a:cubicBezTo>
                  <a:pt x="200455" y="231934"/>
                  <a:pt x="202158" y="228620"/>
                  <a:pt x="204219" y="225572"/>
                </a:cubicBezTo>
                <a:cubicBezTo>
                  <a:pt x="205921" y="223062"/>
                  <a:pt x="207983" y="220822"/>
                  <a:pt x="210044" y="218581"/>
                </a:cubicBezTo>
                <a:cubicBezTo>
                  <a:pt x="224650" y="201644"/>
                  <a:pt x="245977" y="190621"/>
                  <a:pt x="270082" y="190621"/>
                </a:cubicBezTo>
                <a:lnTo>
                  <a:pt x="858364" y="190621"/>
                </a:lnTo>
                <a:cubicBezTo>
                  <a:pt x="880767" y="190621"/>
                  <a:pt x="900929" y="200031"/>
                  <a:pt x="915356" y="214907"/>
                </a:cubicBezTo>
                <a:cubicBezTo>
                  <a:pt x="917327" y="216969"/>
                  <a:pt x="919030" y="219299"/>
                  <a:pt x="920822" y="221539"/>
                </a:cubicBezTo>
                <a:cubicBezTo>
                  <a:pt x="922883" y="224139"/>
                  <a:pt x="924765" y="226828"/>
                  <a:pt x="926468" y="229694"/>
                </a:cubicBezTo>
                <a:cubicBezTo>
                  <a:pt x="933547" y="241614"/>
                  <a:pt x="937848" y="255326"/>
                  <a:pt x="937848" y="270112"/>
                </a:cubicBezTo>
                <a:cubicBezTo>
                  <a:pt x="937848" y="284901"/>
                  <a:pt x="933547" y="298613"/>
                  <a:pt x="926468" y="310531"/>
                </a:cubicBezTo>
                <a:cubicBezTo>
                  <a:pt x="938117" y="379091"/>
                  <a:pt x="978530" y="437882"/>
                  <a:pt x="1034984" y="473907"/>
                </a:cubicBezTo>
                <a:cubicBezTo>
                  <a:pt x="1092065" y="424349"/>
                  <a:pt x="1128356" y="351488"/>
                  <a:pt x="1128356" y="270112"/>
                </a:cubicBezTo>
                <a:cubicBezTo>
                  <a:pt x="1128356" y="188739"/>
                  <a:pt x="1092065" y="115877"/>
                  <a:pt x="1034984" y="66318"/>
                </a:cubicBezTo>
                <a:close/>
              </a:path>
            </a:pathLst>
          </a:custGeom>
          <a:solidFill>
            <a:schemeClr val="accent5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8" name="Forme libre 25">
            <a:extLst>
              <a:ext uri="{FF2B5EF4-FFF2-40B4-BE49-F238E27FC236}">
                <a16:creationId xmlns="" xmlns:a16="http://schemas.microsoft.com/office/drawing/2014/main" xmlns:lc="http://schemas.openxmlformats.org/drawingml/2006/lockedCanvas" id="{87587BA9-CCE1-B7D9-A2D4-DDEA6B2298E5}"/>
              </a:ext>
            </a:extLst>
          </p:cNvPr>
          <p:cNvSpPr/>
          <p:nvPr/>
        </p:nvSpPr>
        <p:spPr>
          <a:xfrm>
            <a:off x="1361743" y="2999442"/>
            <a:ext cx="2555584" cy="1223440"/>
          </a:xfrm>
          <a:custGeom>
            <a:avLst/>
            <a:gdLst>
              <a:gd name="csX0" fmla="*/ 269992 w 1128266"/>
              <a:gd name="csY0" fmla="*/ 540137 h 540137"/>
              <a:gd name="csX1" fmla="*/ 793577 w 1128266"/>
              <a:gd name="csY1" fmla="*/ 540137 h 540137"/>
              <a:gd name="csX2" fmla="*/ 712391 w 1128266"/>
              <a:gd name="csY2" fmla="*/ 349606 h 540137"/>
              <a:gd name="csX3" fmla="*/ 269992 w 1128266"/>
              <a:gd name="csY3" fmla="*/ 349606 h 540137"/>
              <a:gd name="csX4" fmla="*/ 190509 w 1128266"/>
              <a:gd name="csY4" fmla="*/ 270112 h 540137"/>
              <a:gd name="csX5" fmla="*/ 269992 w 1128266"/>
              <a:gd name="csY5" fmla="*/ 190621 h 540137"/>
              <a:gd name="csX6" fmla="*/ 858275 w 1128266"/>
              <a:gd name="csY6" fmla="*/ 190621 h 540137"/>
              <a:gd name="csX7" fmla="*/ 915266 w 1128266"/>
              <a:gd name="csY7" fmla="*/ 214907 h 540137"/>
              <a:gd name="csX8" fmla="*/ 920732 w 1128266"/>
              <a:gd name="csY8" fmla="*/ 221539 h 540137"/>
              <a:gd name="csX9" fmla="*/ 926378 w 1128266"/>
              <a:gd name="csY9" fmla="*/ 229694 h 540137"/>
              <a:gd name="csX10" fmla="*/ 937758 w 1128266"/>
              <a:gd name="csY10" fmla="*/ 270112 h 540137"/>
              <a:gd name="csX11" fmla="*/ 926378 w 1128266"/>
              <a:gd name="csY11" fmla="*/ 310531 h 540137"/>
              <a:gd name="csX12" fmla="*/ 1034895 w 1128266"/>
              <a:gd name="csY12" fmla="*/ 473907 h 540137"/>
              <a:gd name="csX13" fmla="*/ 1128267 w 1128266"/>
              <a:gd name="csY13" fmla="*/ 270112 h 540137"/>
              <a:gd name="csX14" fmla="*/ 1034895 w 1128266"/>
              <a:gd name="csY14" fmla="*/ 66318 h 540137"/>
              <a:gd name="csX15" fmla="*/ 1029607 w 1128266"/>
              <a:gd name="csY15" fmla="*/ 61567 h 540137"/>
              <a:gd name="csX16" fmla="*/ 1023783 w 1128266"/>
              <a:gd name="csY16" fmla="*/ 57176 h 540137"/>
              <a:gd name="csX17" fmla="*/ 858275 w 1128266"/>
              <a:gd name="csY17" fmla="*/ 0 h 540137"/>
              <a:gd name="csX18" fmla="*/ 269992 w 1128266"/>
              <a:gd name="csY18" fmla="*/ 0 h 540137"/>
              <a:gd name="csX19" fmla="*/ 0 w 1128266"/>
              <a:gd name="csY19" fmla="*/ 270023 h 540137"/>
              <a:gd name="csX20" fmla="*/ 269992 w 1128266"/>
              <a:gd name="csY20" fmla="*/ 540047 h 540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8266" h="540137">
                <a:moveTo>
                  <a:pt x="269992" y="540137"/>
                </a:moveTo>
                <a:lnTo>
                  <a:pt x="793577" y="540137"/>
                </a:lnTo>
                <a:cubicBezTo>
                  <a:pt x="753074" y="484663"/>
                  <a:pt x="724757" y="419958"/>
                  <a:pt x="712391" y="349606"/>
                </a:cubicBezTo>
                <a:lnTo>
                  <a:pt x="269992" y="349606"/>
                </a:lnTo>
                <a:cubicBezTo>
                  <a:pt x="226173" y="349606"/>
                  <a:pt x="190509" y="313938"/>
                  <a:pt x="190509" y="270112"/>
                </a:cubicBezTo>
                <a:cubicBezTo>
                  <a:pt x="190509" y="226289"/>
                  <a:pt x="226173" y="190621"/>
                  <a:pt x="269992" y="190621"/>
                </a:cubicBezTo>
                <a:lnTo>
                  <a:pt x="858275" y="190621"/>
                </a:lnTo>
                <a:cubicBezTo>
                  <a:pt x="880677" y="190621"/>
                  <a:pt x="900839" y="200031"/>
                  <a:pt x="915266" y="214907"/>
                </a:cubicBezTo>
                <a:cubicBezTo>
                  <a:pt x="917238" y="216969"/>
                  <a:pt x="918940" y="219299"/>
                  <a:pt x="920732" y="221539"/>
                </a:cubicBezTo>
                <a:cubicBezTo>
                  <a:pt x="922794" y="224139"/>
                  <a:pt x="924675" y="226828"/>
                  <a:pt x="926378" y="229694"/>
                </a:cubicBezTo>
                <a:cubicBezTo>
                  <a:pt x="933457" y="241614"/>
                  <a:pt x="937758" y="255326"/>
                  <a:pt x="937758" y="270112"/>
                </a:cubicBezTo>
                <a:cubicBezTo>
                  <a:pt x="937758" y="284901"/>
                  <a:pt x="933457" y="298613"/>
                  <a:pt x="926378" y="310531"/>
                </a:cubicBezTo>
                <a:cubicBezTo>
                  <a:pt x="938027" y="379091"/>
                  <a:pt x="978440" y="437882"/>
                  <a:pt x="1034895" y="473907"/>
                </a:cubicBezTo>
                <a:cubicBezTo>
                  <a:pt x="1091975" y="424349"/>
                  <a:pt x="1128267" y="351488"/>
                  <a:pt x="1128267" y="270112"/>
                </a:cubicBezTo>
                <a:cubicBezTo>
                  <a:pt x="1128267" y="188739"/>
                  <a:pt x="1091975" y="115877"/>
                  <a:pt x="1034895" y="66318"/>
                </a:cubicBezTo>
                <a:cubicBezTo>
                  <a:pt x="1033102" y="64795"/>
                  <a:pt x="1031489" y="63093"/>
                  <a:pt x="1029607" y="61567"/>
                </a:cubicBezTo>
                <a:cubicBezTo>
                  <a:pt x="1027725" y="60045"/>
                  <a:pt x="1025665" y="58701"/>
                  <a:pt x="1023783" y="57176"/>
                </a:cubicBezTo>
                <a:cubicBezTo>
                  <a:pt x="977993" y="21508"/>
                  <a:pt x="920643" y="0"/>
                  <a:pt x="858275" y="0"/>
                </a:cubicBezTo>
                <a:lnTo>
                  <a:pt x="269992" y="0"/>
                </a:lnTo>
                <a:cubicBezTo>
                  <a:pt x="121062" y="0"/>
                  <a:pt x="0" y="121166"/>
                  <a:pt x="0" y="270023"/>
                </a:cubicBezTo>
                <a:cubicBezTo>
                  <a:pt x="0" y="418882"/>
                  <a:pt x="121151" y="540047"/>
                  <a:pt x="269992" y="540047"/>
                </a:cubicBezTo>
                <a:close/>
              </a:path>
            </a:pathLst>
          </a:custGeom>
          <a:solidFill>
            <a:schemeClr val="accent4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Forme libre 26">
            <a:extLst>
              <a:ext uri="{FF2B5EF4-FFF2-40B4-BE49-F238E27FC236}">
                <a16:creationId xmlns="" xmlns:a16="http://schemas.microsoft.com/office/drawing/2014/main" xmlns:lc="http://schemas.openxmlformats.org/drawingml/2006/lockedCanvas" id="{C7789429-A840-DEB9-CDF1-0A384AB19111}"/>
              </a:ext>
            </a:extLst>
          </p:cNvPr>
          <p:cNvSpPr/>
          <p:nvPr/>
        </p:nvSpPr>
        <p:spPr>
          <a:xfrm>
            <a:off x="8274672" y="2999442"/>
            <a:ext cx="2555584" cy="1223236"/>
          </a:xfrm>
          <a:custGeom>
            <a:avLst/>
            <a:gdLst>
              <a:gd name="csX0" fmla="*/ 93372 w 1128266"/>
              <a:gd name="csY0" fmla="*/ 473817 h 540047"/>
              <a:gd name="csX1" fmla="*/ 201889 w 1128266"/>
              <a:gd name="csY1" fmla="*/ 310441 h 540047"/>
              <a:gd name="csX2" fmla="*/ 190509 w 1128266"/>
              <a:gd name="csY2" fmla="*/ 270023 h 540047"/>
              <a:gd name="csX3" fmla="*/ 201889 w 1128266"/>
              <a:gd name="csY3" fmla="*/ 229604 h 540047"/>
              <a:gd name="csX4" fmla="*/ 207534 w 1128266"/>
              <a:gd name="csY4" fmla="*/ 221450 h 540047"/>
              <a:gd name="csX5" fmla="*/ 213001 w 1128266"/>
              <a:gd name="csY5" fmla="*/ 214818 h 540047"/>
              <a:gd name="csX6" fmla="*/ 213180 w 1128266"/>
              <a:gd name="csY6" fmla="*/ 214638 h 540047"/>
              <a:gd name="csX7" fmla="*/ 269992 w 1128266"/>
              <a:gd name="csY7" fmla="*/ 190531 h 540047"/>
              <a:gd name="csX8" fmla="*/ 858275 w 1128266"/>
              <a:gd name="csY8" fmla="*/ 190531 h 540047"/>
              <a:gd name="csX9" fmla="*/ 937758 w 1128266"/>
              <a:gd name="csY9" fmla="*/ 270023 h 540047"/>
              <a:gd name="csX10" fmla="*/ 858275 w 1128266"/>
              <a:gd name="csY10" fmla="*/ 349516 h 540047"/>
              <a:gd name="csX11" fmla="*/ 415875 w 1128266"/>
              <a:gd name="csY11" fmla="*/ 349516 h 540047"/>
              <a:gd name="csX12" fmla="*/ 334689 w 1128266"/>
              <a:gd name="csY12" fmla="*/ 540047 h 540047"/>
              <a:gd name="csX13" fmla="*/ 858275 w 1128266"/>
              <a:gd name="csY13" fmla="*/ 540047 h 540047"/>
              <a:gd name="csX14" fmla="*/ 1128267 w 1128266"/>
              <a:gd name="csY14" fmla="*/ 270023 h 540047"/>
              <a:gd name="csX15" fmla="*/ 858275 w 1128266"/>
              <a:gd name="csY15" fmla="*/ 0 h 540047"/>
              <a:gd name="csX16" fmla="*/ 269992 w 1128266"/>
              <a:gd name="csY16" fmla="*/ 0 h 540047"/>
              <a:gd name="csX17" fmla="*/ 104574 w 1128266"/>
              <a:gd name="csY17" fmla="*/ 57087 h 540047"/>
              <a:gd name="csX18" fmla="*/ 104484 w 1128266"/>
              <a:gd name="csY18" fmla="*/ 57087 h 540047"/>
              <a:gd name="csX19" fmla="*/ 98660 w 1128266"/>
              <a:gd name="csY19" fmla="*/ 61480 h 540047"/>
              <a:gd name="csX20" fmla="*/ 93372 w 1128266"/>
              <a:gd name="csY20" fmla="*/ 66228 h 540047"/>
              <a:gd name="csX21" fmla="*/ 0 w 1128266"/>
              <a:gd name="csY21" fmla="*/ 270023 h 540047"/>
              <a:gd name="csX22" fmla="*/ 93372 w 1128266"/>
              <a:gd name="csY22" fmla="*/ 473817 h 540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128266" h="540047">
                <a:moveTo>
                  <a:pt x="93372" y="473817"/>
                </a:moveTo>
                <a:cubicBezTo>
                  <a:pt x="149826" y="437792"/>
                  <a:pt x="190329" y="379001"/>
                  <a:pt x="201889" y="310441"/>
                </a:cubicBezTo>
                <a:cubicBezTo>
                  <a:pt x="194810" y="298523"/>
                  <a:pt x="190509" y="284811"/>
                  <a:pt x="190509" y="270023"/>
                </a:cubicBezTo>
                <a:cubicBezTo>
                  <a:pt x="190509" y="255236"/>
                  <a:pt x="194810" y="241524"/>
                  <a:pt x="201889" y="229604"/>
                </a:cubicBezTo>
                <a:cubicBezTo>
                  <a:pt x="203591" y="226738"/>
                  <a:pt x="205473" y="224049"/>
                  <a:pt x="207534" y="221450"/>
                </a:cubicBezTo>
                <a:cubicBezTo>
                  <a:pt x="209327" y="219209"/>
                  <a:pt x="211029" y="216879"/>
                  <a:pt x="213001" y="214818"/>
                </a:cubicBezTo>
                <a:cubicBezTo>
                  <a:pt x="213001" y="214818"/>
                  <a:pt x="213090" y="214728"/>
                  <a:pt x="213180" y="214638"/>
                </a:cubicBezTo>
                <a:cubicBezTo>
                  <a:pt x="227607" y="199852"/>
                  <a:pt x="247679" y="190531"/>
                  <a:pt x="269992" y="190531"/>
                </a:cubicBezTo>
                <a:lnTo>
                  <a:pt x="858275" y="190531"/>
                </a:lnTo>
                <a:cubicBezTo>
                  <a:pt x="902094" y="190531"/>
                  <a:pt x="937758" y="226200"/>
                  <a:pt x="937758" y="270023"/>
                </a:cubicBezTo>
                <a:cubicBezTo>
                  <a:pt x="937758" y="313848"/>
                  <a:pt x="902094" y="349516"/>
                  <a:pt x="858275" y="349516"/>
                </a:cubicBezTo>
                <a:lnTo>
                  <a:pt x="415875" y="349516"/>
                </a:lnTo>
                <a:cubicBezTo>
                  <a:pt x="403510" y="419868"/>
                  <a:pt x="375193" y="484573"/>
                  <a:pt x="334689" y="540047"/>
                </a:cubicBezTo>
                <a:lnTo>
                  <a:pt x="858275" y="540047"/>
                </a:lnTo>
                <a:cubicBezTo>
                  <a:pt x="1007205" y="540047"/>
                  <a:pt x="1128267" y="418882"/>
                  <a:pt x="1128267" y="270023"/>
                </a:cubicBezTo>
                <a:cubicBezTo>
                  <a:pt x="1128267" y="121166"/>
                  <a:pt x="1007116" y="0"/>
                  <a:pt x="858275" y="0"/>
                </a:cubicBezTo>
                <a:lnTo>
                  <a:pt x="269992" y="0"/>
                </a:lnTo>
                <a:cubicBezTo>
                  <a:pt x="207624" y="0"/>
                  <a:pt x="150364" y="21418"/>
                  <a:pt x="104574" y="57087"/>
                </a:cubicBezTo>
                <a:cubicBezTo>
                  <a:pt x="104574" y="57087"/>
                  <a:pt x="104574" y="57087"/>
                  <a:pt x="104484" y="57087"/>
                </a:cubicBezTo>
                <a:cubicBezTo>
                  <a:pt x="102602" y="58612"/>
                  <a:pt x="100541" y="59955"/>
                  <a:pt x="98660" y="61480"/>
                </a:cubicBezTo>
                <a:cubicBezTo>
                  <a:pt x="96867" y="63003"/>
                  <a:pt x="95165" y="64705"/>
                  <a:pt x="93372" y="66228"/>
                </a:cubicBezTo>
                <a:cubicBezTo>
                  <a:pt x="36292" y="115788"/>
                  <a:pt x="0" y="188650"/>
                  <a:pt x="0" y="270023"/>
                </a:cubicBezTo>
                <a:cubicBezTo>
                  <a:pt x="0" y="351398"/>
                  <a:pt x="36292" y="424260"/>
                  <a:pt x="93372" y="473817"/>
                </a:cubicBezTo>
                <a:close/>
              </a:path>
            </a:pathLst>
          </a:custGeom>
          <a:solidFill>
            <a:schemeClr val="accent6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0" name="Forme libre 27">
            <a:extLst>
              <a:ext uri="{FF2B5EF4-FFF2-40B4-BE49-F238E27FC236}">
                <a16:creationId xmlns="" xmlns:a16="http://schemas.microsoft.com/office/drawing/2014/main" xmlns:lc="http://schemas.openxmlformats.org/drawingml/2006/lockedCanvas" id="{5B59CECF-50DD-22A7-B5F6-7B1F8C26C4A9}"/>
              </a:ext>
            </a:extLst>
          </p:cNvPr>
          <p:cNvSpPr/>
          <p:nvPr/>
        </p:nvSpPr>
        <p:spPr>
          <a:xfrm>
            <a:off x="6450384" y="2601166"/>
            <a:ext cx="2752668" cy="2019984"/>
          </a:xfrm>
          <a:custGeom>
            <a:avLst/>
            <a:gdLst>
              <a:gd name="csX0" fmla="*/ 139701 w 1215277"/>
              <a:gd name="csY0" fmla="*/ 162212 h 891804"/>
              <a:gd name="csX1" fmla="*/ 102154 w 1215277"/>
              <a:gd name="csY1" fmla="*/ 162212 h 891804"/>
              <a:gd name="csX2" fmla="*/ 445805 w 1215277"/>
              <a:gd name="csY2" fmla="*/ 0 h 891804"/>
              <a:gd name="csX3" fmla="*/ 769383 w 1215277"/>
              <a:gd name="csY3" fmla="*/ 0 h 891804"/>
              <a:gd name="csX4" fmla="*/ 1112496 w 1215277"/>
              <a:gd name="csY4" fmla="*/ 161495 h 891804"/>
              <a:gd name="csX5" fmla="*/ 1075398 w 1215277"/>
              <a:gd name="csY5" fmla="*/ 161495 h 891804"/>
              <a:gd name="csX6" fmla="*/ 901108 w 1215277"/>
              <a:gd name="csY6" fmla="*/ 221631 h 891804"/>
              <a:gd name="csX7" fmla="*/ 898958 w 1215277"/>
              <a:gd name="csY7" fmla="*/ 223244 h 891804"/>
              <a:gd name="csX8" fmla="*/ 896897 w 1215277"/>
              <a:gd name="csY8" fmla="*/ 224767 h 891804"/>
              <a:gd name="csX9" fmla="*/ 769383 w 1215277"/>
              <a:gd name="csY9" fmla="*/ 190531 h 891804"/>
              <a:gd name="csX10" fmla="*/ 445805 w 1215277"/>
              <a:gd name="csY10" fmla="*/ 190531 h 891804"/>
              <a:gd name="csX11" fmla="*/ 317664 w 1215277"/>
              <a:gd name="csY11" fmla="*/ 225394 h 891804"/>
              <a:gd name="csX12" fmla="*/ 139611 w 1215277"/>
              <a:gd name="csY12" fmla="*/ 162212 h 891804"/>
              <a:gd name="csX13" fmla="*/ 1210528 w 1215277"/>
              <a:gd name="csY13" fmla="*/ 380616 h 891804"/>
              <a:gd name="csX14" fmla="*/ 1075487 w 1215277"/>
              <a:gd name="csY14" fmla="*/ 380616 h 891804"/>
              <a:gd name="csX15" fmla="*/ 1028711 w 1215277"/>
              <a:gd name="csY15" fmla="*/ 400601 h 891804"/>
              <a:gd name="csX16" fmla="*/ 1025038 w 1215277"/>
              <a:gd name="csY16" fmla="*/ 404992 h 891804"/>
              <a:gd name="csX17" fmla="*/ 1024231 w 1215277"/>
              <a:gd name="csY17" fmla="*/ 406067 h 891804"/>
              <a:gd name="csX18" fmla="*/ 1022080 w 1215277"/>
              <a:gd name="csY18" fmla="*/ 409025 h 891804"/>
              <a:gd name="csX19" fmla="*/ 1024768 w 1215277"/>
              <a:gd name="csY19" fmla="*/ 445857 h 891804"/>
              <a:gd name="csX20" fmla="*/ 1022080 w 1215277"/>
              <a:gd name="csY20" fmla="*/ 482961 h 891804"/>
              <a:gd name="csX21" fmla="*/ 1022349 w 1215277"/>
              <a:gd name="csY21" fmla="*/ 483409 h 891804"/>
              <a:gd name="csX22" fmla="*/ 1021453 w 1215277"/>
              <a:gd name="csY22" fmla="*/ 488606 h 891804"/>
              <a:gd name="csX23" fmla="*/ 906485 w 1215277"/>
              <a:gd name="csY23" fmla="*/ 661662 h 891804"/>
              <a:gd name="csX24" fmla="*/ 897524 w 1215277"/>
              <a:gd name="csY24" fmla="*/ 667399 h 891804"/>
              <a:gd name="csX25" fmla="*/ 896986 w 1215277"/>
              <a:gd name="csY25" fmla="*/ 666950 h 891804"/>
              <a:gd name="csX26" fmla="*/ 769472 w 1215277"/>
              <a:gd name="csY26" fmla="*/ 701183 h 891804"/>
              <a:gd name="csX27" fmla="*/ 445894 w 1215277"/>
              <a:gd name="csY27" fmla="*/ 701183 h 891804"/>
              <a:gd name="csX28" fmla="*/ 317754 w 1215277"/>
              <a:gd name="csY28" fmla="*/ 666322 h 891804"/>
              <a:gd name="csX29" fmla="*/ 311481 w 1215277"/>
              <a:gd name="csY29" fmla="*/ 662469 h 891804"/>
              <a:gd name="csX30" fmla="*/ 305208 w 1215277"/>
              <a:gd name="csY30" fmla="*/ 658704 h 891804"/>
              <a:gd name="csX31" fmla="*/ 196692 w 1215277"/>
              <a:gd name="csY31" fmla="*/ 500975 h 891804"/>
              <a:gd name="csX32" fmla="*/ 194989 w 1215277"/>
              <a:gd name="csY32" fmla="*/ 492371 h 891804"/>
              <a:gd name="csX33" fmla="*/ 193645 w 1215277"/>
              <a:gd name="csY33" fmla="*/ 483409 h 891804"/>
              <a:gd name="csX34" fmla="*/ 190509 w 1215277"/>
              <a:gd name="csY34" fmla="*/ 445768 h 891804"/>
              <a:gd name="csX35" fmla="*/ 193645 w 1215277"/>
              <a:gd name="csY35" fmla="*/ 408128 h 891804"/>
              <a:gd name="csX36" fmla="*/ 139701 w 1215277"/>
              <a:gd name="csY36" fmla="*/ 379898 h 891804"/>
              <a:gd name="csX37" fmla="*/ 5466 w 1215277"/>
              <a:gd name="csY37" fmla="*/ 379898 h 891804"/>
              <a:gd name="csX38" fmla="*/ 0 w 1215277"/>
              <a:gd name="csY38" fmla="*/ 445857 h 891804"/>
              <a:gd name="csX39" fmla="*/ 5466 w 1215277"/>
              <a:gd name="csY39" fmla="*/ 511818 h 891804"/>
              <a:gd name="csX40" fmla="*/ 6541 w 1215277"/>
              <a:gd name="csY40" fmla="*/ 518629 h 891804"/>
              <a:gd name="csX41" fmla="*/ 7617 w 1215277"/>
              <a:gd name="csY41" fmla="*/ 525441 h 891804"/>
              <a:gd name="csX42" fmla="*/ 92029 w 1215277"/>
              <a:gd name="csY42" fmla="*/ 715972 h 891804"/>
              <a:gd name="csX43" fmla="*/ 97136 w 1215277"/>
              <a:gd name="csY43" fmla="*/ 722783 h 891804"/>
              <a:gd name="csX44" fmla="*/ 102244 w 1215277"/>
              <a:gd name="csY44" fmla="*/ 729594 h 891804"/>
              <a:gd name="csX45" fmla="*/ 445894 w 1215277"/>
              <a:gd name="csY45" fmla="*/ 891804 h 891804"/>
              <a:gd name="csX46" fmla="*/ 769472 w 1215277"/>
              <a:gd name="csY46" fmla="*/ 891804 h 891804"/>
              <a:gd name="csX47" fmla="*/ 1112586 w 1215277"/>
              <a:gd name="csY47" fmla="*/ 730310 h 891804"/>
              <a:gd name="csX48" fmla="*/ 1112137 w 1215277"/>
              <a:gd name="csY48" fmla="*/ 730310 h 891804"/>
              <a:gd name="csX49" fmla="*/ 1128715 w 1215277"/>
              <a:gd name="csY49" fmla="*/ 707638 h 891804"/>
              <a:gd name="csX50" fmla="*/ 1207392 w 1215277"/>
              <a:gd name="csY50" fmla="*/ 523021 h 891804"/>
              <a:gd name="csX51" fmla="*/ 1209453 w 1215277"/>
              <a:gd name="csY51" fmla="*/ 511190 h 891804"/>
              <a:gd name="csX52" fmla="*/ 1210528 w 1215277"/>
              <a:gd name="csY52" fmla="*/ 511190 h 891804"/>
              <a:gd name="csX53" fmla="*/ 1215277 w 1215277"/>
              <a:gd name="csY53" fmla="*/ 445947 h 891804"/>
              <a:gd name="csX54" fmla="*/ 1210528 w 1215277"/>
              <a:gd name="csY54" fmla="*/ 380706 h 891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1215277" h="891804">
                <a:moveTo>
                  <a:pt x="139701" y="162212"/>
                </a:moveTo>
                <a:lnTo>
                  <a:pt x="102154" y="162212"/>
                </a:lnTo>
                <a:cubicBezTo>
                  <a:pt x="183968" y="63182"/>
                  <a:pt x="307628" y="0"/>
                  <a:pt x="445805" y="0"/>
                </a:cubicBezTo>
                <a:lnTo>
                  <a:pt x="769383" y="0"/>
                </a:lnTo>
                <a:cubicBezTo>
                  <a:pt x="907201" y="0"/>
                  <a:pt x="1030683" y="62913"/>
                  <a:pt x="1112496" y="161495"/>
                </a:cubicBezTo>
                <a:lnTo>
                  <a:pt x="1075398" y="161495"/>
                </a:lnTo>
                <a:cubicBezTo>
                  <a:pt x="1011865" y="161495"/>
                  <a:pt x="951558" y="182287"/>
                  <a:pt x="901108" y="221631"/>
                </a:cubicBezTo>
                <a:cubicBezTo>
                  <a:pt x="900391" y="222167"/>
                  <a:pt x="899675" y="222705"/>
                  <a:pt x="898958" y="223244"/>
                </a:cubicBezTo>
                <a:cubicBezTo>
                  <a:pt x="898330" y="223692"/>
                  <a:pt x="897613" y="224228"/>
                  <a:pt x="896897" y="224767"/>
                </a:cubicBezTo>
                <a:cubicBezTo>
                  <a:pt x="859351" y="202990"/>
                  <a:pt x="815800" y="190531"/>
                  <a:pt x="769383" y="190531"/>
                </a:cubicBezTo>
                <a:lnTo>
                  <a:pt x="445805" y="190531"/>
                </a:lnTo>
                <a:cubicBezTo>
                  <a:pt x="399118" y="190531"/>
                  <a:pt x="355390" y="203348"/>
                  <a:pt x="317664" y="225394"/>
                </a:cubicBezTo>
                <a:cubicBezTo>
                  <a:pt x="268917" y="185961"/>
                  <a:pt x="206997" y="162212"/>
                  <a:pt x="139611" y="162212"/>
                </a:cubicBezTo>
                <a:close/>
                <a:moveTo>
                  <a:pt x="1210528" y="380616"/>
                </a:moveTo>
                <a:lnTo>
                  <a:pt x="1075487" y="380616"/>
                </a:lnTo>
                <a:cubicBezTo>
                  <a:pt x="1057834" y="380616"/>
                  <a:pt x="1041167" y="387694"/>
                  <a:pt x="1028711" y="400601"/>
                </a:cubicBezTo>
                <a:cubicBezTo>
                  <a:pt x="1027546" y="401765"/>
                  <a:pt x="1026381" y="403378"/>
                  <a:pt x="1025038" y="404992"/>
                </a:cubicBezTo>
                <a:lnTo>
                  <a:pt x="1024231" y="406067"/>
                </a:lnTo>
                <a:cubicBezTo>
                  <a:pt x="1023425" y="407053"/>
                  <a:pt x="1022797" y="408038"/>
                  <a:pt x="1022080" y="409025"/>
                </a:cubicBezTo>
                <a:cubicBezTo>
                  <a:pt x="1023873" y="421035"/>
                  <a:pt x="1024768" y="433401"/>
                  <a:pt x="1024768" y="445857"/>
                </a:cubicBezTo>
                <a:cubicBezTo>
                  <a:pt x="1024768" y="458316"/>
                  <a:pt x="1023783" y="470861"/>
                  <a:pt x="1022080" y="482961"/>
                </a:cubicBezTo>
                <a:lnTo>
                  <a:pt x="1022349" y="483409"/>
                </a:lnTo>
                <a:lnTo>
                  <a:pt x="1021453" y="488606"/>
                </a:lnTo>
                <a:cubicBezTo>
                  <a:pt x="1009446" y="559676"/>
                  <a:pt x="967509" y="622679"/>
                  <a:pt x="906485" y="661662"/>
                </a:cubicBezTo>
                <a:lnTo>
                  <a:pt x="897524" y="667399"/>
                </a:lnTo>
                <a:lnTo>
                  <a:pt x="896986" y="666950"/>
                </a:lnTo>
                <a:cubicBezTo>
                  <a:pt x="859440" y="688727"/>
                  <a:pt x="815890" y="701183"/>
                  <a:pt x="769472" y="701183"/>
                </a:cubicBezTo>
                <a:lnTo>
                  <a:pt x="445894" y="701183"/>
                </a:lnTo>
                <a:cubicBezTo>
                  <a:pt x="399208" y="701183"/>
                  <a:pt x="355479" y="688368"/>
                  <a:pt x="317754" y="666322"/>
                </a:cubicBezTo>
                <a:cubicBezTo>
                  <a:pt x="315603" y="665068"/>
                  <a:pt x="313542" y="663813"/>
                  <a:pt x="311481" y="662469"/>
                </a:cubicBezTo>
                <a:cubicBezTo>
                  <a:pt x="309420" y="661213"/>
                  <a:pt x="307269" y="660049"/>
                  <a:pt x="305208" y="658704"/>
                </a:cubicBezTo>
                <a:cubicBezTo>
                  <a:pt x="250905" y="622766"/>
                  <a:pt x="211208" y="566577"/>
                  <a:pt x="196692" y="500975"/>
                </a:cubicBezTo>
                <a:cubicBezTo>
                  <a:pt x="196065" y="498106"/>
                  <a:pt x="195527" y="495327"/>
                  <a:pt x="194989" y="492371"/>
                </a:cubicBezTo>
                <a:cubicBezTo>
                  <a:pt x="194452" y="489413"/>
                  <a:pt x="194093" y="486365"/>
                  <a:pt x="193645" y="483409"/>
                </a:cubicBezTo>
                <a:cubicBezTo>
                  <a:pt x="191853" y="471041"/>
                  <a:pt x="190509" y="458585"/>
                  <a:pt x="190509" y="445768"/>
                </a:cubicBezTo>
                <a:cubicBezTo>
                  <a:pt x="190509" y="432953"/>
                  <a:pt x="191763" y="420407"/>
                  <a:pt x="193645" y="408128"/>
                </a:cubicBezTo>
                <a:cubicBezTo>
                  <a:pt x="181727" y="391101"/>
                  <a:pt x="162013" y="379898"/>
                  <a:pt x="139701" y="379898"/>
                </a:cubicBezTo>
                <a:lnTo>
                  <a:pt x="5466" y="379898"/>
                </a:lnTo>
                <a:cubicBezTo>
                  <a:pt x="2240" y="401496"/>
                  <a:pt x="0" y="423363"/>
                  <a:pt x="0" y="445857"/>
                </a:cubicBezTo>
                <a:cubicBezTo>
                  <a:pt x="0" y="468352"/>
                  <a:pt x="2240" y="490221"/>
                  <a:pt x="5466" y="511818"/>
                </a:cubicBezTo>
                <a:cubicBezTo>
                  <a:pt x="5825" y="514059"/>
                  <a:pt x="6093" y="516389"/>
                  <a:pt x="6541" y="518629"/>
                </a:cubicBezTo>
                <a:cubicBezTo>
                  <a:pt x="6900" y="520870"/>
                  <a:pt x="7169" y="523200"/>
                  <a:pt x="7617" y="525441"/>
                </a:cubicBezTo>
                <a:cubicBezTo>
                  <a:pt x="20431" y="596149"/>
                  <a:pt x="50002" y="661034"/>
                  <a:pt x="92029" y="715972"/>
                </a:cubicBezTo>
                <a:cubicBezTo>
                  <a:pt x="93731" y="718212"/>
                  <a:pt x="95344" y="720542"/>
                  <a:pt x="97136" y="722783"/>
                </a:cubicBezTo>
                <a:cubicBezTo>
                  <a:pt x="98928" y="725023"/>
                  <a:pt x="100452" y="727354"/>
                  <a:pt x="102244" y="729594"/>
                </a:cubicBezTo>
                <a:cubicBezTo>
                  <a:pt x="184057" y="828624"/>
                  <a:pt x="307718" y="891804"/>
                  <a:pt x="445894" y="891804"/>
                </a:cubicBezTo>
                <a:lnTo>
                  <a:pt x="769472" y="891804"/>
                </a:lnTo>
                <a:cubicBezTo>
                  <a:pt x="907291" y="891804"/>
                  <a:pt x="1030773" y="828891"/>
                  <a:pt x="1112586" y="730310"/>
                </a:cubicBezTo>
                <a:lnTo>
                  <a:pt x="1112137" y="730310"/>
                </a:lnTo>
                <a:lnTo>
                  <a:pt x="1128715" y="707638"/>
                </a:lnTo>
                <a:cubicBezTo>
                  <a:pt x="1169129" y="652251"/>
                  <a:pt x="1195563" y="590146"/>
                  <a:pt x="1207392" y="523021"/>
                </a:cubicBezTo>
                <a:lnTo>
                  <a:pt x="1209453" y="511190"/>
                </a:lnTo>
                <a:lnTo>
                  <a:pt x="1210528" y="511190"/>
                </a:lnTo>
                <a:cubicBezTo>
                  <a:pt x="1213664" y="489862"/>
                  <a:pt x="1215277" y="468085"/>
                  <a:pt x="1215277" y="445947"/>
                </a:cubicBezTo>
                <a:cubicBezTo>
                  <a:pt x="1215277" y="423811"/>
                  <a:pt x="1213664" y="402034"/>
                  <a:pt x="1210528" y="380706"/>
                </a:cubicBezTo>
                <a:close/>
              </a:path>
            </a:pathLst>
          </a:custGeom>
          <a:solidFill>
            <a:schemeClr val="accent1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1" name="Forme libre 28">
            <a:extLst>
              <a:ext uri="{FF2B5EF4-FFF2-40B4-BE49-F238E27FC236}">
                <a16:creationId xmlns="" xmlns:a16="http://schemas.microsoft.com/office/drawing/2014/main" xmlns:lc="http://schemas.openxmlformats.org/drawingml/2006/lockedCanvas" id="{52A7A8BF-C602-20C3-70F5-8BF4B1DC26FF}"/>
              </a:ext>
            </a:extLst>
          </p:cNvPr>
          <p:cNvSpPr/>
          <p:nvPr/>
        </p:nvSpPr>
        <p:spPr>
          <a:xfrm>
            <a:off x="2988949" y="2601166"/>
            <a:ext cx="2752870" cy="2020186"/>
          </a:xfrm>
          <a:custGeom>
            <a:avLst/>
            <a:gdLst>
              <a:gd name="csX0" fmla="*/ 1215367 w 1215366"/>
              <a:gd name="csY0" fmla="*/ 445947 h 891893"/>
              <a:gd name="csX1" fmla="*/ 1209900 w 1215366"/>
              <a:gd name="csY1" fmla="*/ 511908 h 891893"/>
              <a:gd name="csX2" fmla="*/ 1208825 w 1215366"/>
              <a:gd name="csY2" fmla="*/ 518719 h 891893"/>
              <a:gd name="csX3" fmla="*/ 1207750 w 1215366"/>
              <a:gd name="csY3" fmla="*/ 525530 h 891893"/>
              <a:gd name="csX4" fmla="*/ 1123338 w 1215366"/>
              <a:gd name="csY4" fmla="*/ 716061 h 891893"/>
              <a:gd name="csX5" fmla="*/ 1118231 w 1215366"/>
              <a:gd name="csY5" fmla="*/ 722873 h 891893"/>
              <a:gd name="csX6" fmla="*/ 1113123 w 1215366"/>
              <a:gd name="csY6" fmla="*/ 729684 h 891893"/>
              <a:gd name="csX7" fmla="*/ 769472 w 1215366"/>
              <a:gd name="csY7" fmla="*/ 891894 h 891893"/>
              <a:gd name="csX8" fmla="*/ 445894 w 1215366"/>
              <a:gd name="csY8" fmla="*/ 891894 h 891893"/>
              <a:gd name="csX9" fmla="*/ 102244 w 1215366"/>
              <a:gd name="csY9" fmla="*/ 729684 h 891893"/>
              <a:gd name="csX10" fmla="*/ 97136 w 1215366"/>
              <a:gd name="csY10" fmla="*/ 722873 h 891893"/>
              <a:gd name="csX11" fmla="*/ 92028 w 1215366"/>
              <a:gd name="csY11" fmla="*/ 716061 h 891893"/>
              <a:gd name="csX12" fmla="*/ 7617 w 1215366"/>
              <a:gd name="csY12" fmla="*/ 525530 h 891893"/>
              <a:gd name="csX13" fmla="*/ 6541 w 1215366"/>
              <a:gd name="csY13" fmla="*/ 518719 h 891893"/>
              <a:gd name="csX14" fmla="*/ 5466 w 1215366"/>
              <a:gd name="csY14" fmla="*/ 511908 h 891893"/>
              <a:gd name="csX15" fmla="*/ 0 w 1215366"/>
              <a:gd name="csY15" fmla="*/ 445947 h 891893"/>
              <a:gd name="csX16" fmla="*/ 5466 w 1215366"/>
              <a:gd name="csY16" fmla="*/ 379988 h 891893"/>
              <a:gd name="csX17" fmla="*/ 139700 w 1215366"/>
              <a:gd name="csY17" fmla="*/ 379988 h 891893"/>
              <a:gd name="csX18" fmla="*/ 193645 w 1215366"/>
              <a:gd name="csY18" fmla="*/ 408217 h 891893"/>
              <a:gd name="csX19" fmla="*/ 190509 w 1215366"/>
              <a:gd name="csY19" fmla="*/ 445857 h 891893"/>
              <a:gd name="csX20" fmla="*/ 193645 w 1215366"/>
              <a:gd name="csY20" fmla="*/ 483499 h 891893"/>
              <a:gd name="csX21" fmla="*/ 194989 w 1215366"/>
              <a:gd name="csY21" fmla="*/ 492461 h 891893"/>
              <a:gd name="csX22" fmla="*/ 196692 w 1215366"/>
              <a:gd name="csY22" fmla="*/ 501064 h 891893"/>
              <a:gd name="csX23" fmla="*/ 305208 w 1215366"/>
              <a:gd name="csY23" fmla="*/ 658793 h 891893"/>
              <a:gd name="csX24" fmla="*/ 311481 w 1215366"/>
              <a:gd name="csY24" fmla="*/ 662649 h 891893"/>
              <a:gd name="csX25" fmla="*/ 317753 w 1215366"/>
              <a:gd name="csY25" fmla="*/ 666412 h 891893"/>
              <a:gd name="csX26" fmla="*/ 445805 w 1215366"/>
              <a:gd name="csY26" fmla="*/ 701273 h 891893"/>
              <a:gd name="csX27" fmla="*/ 769383 w 1215366"/>
              <a:gd name="csY27" fmla="*/ 701273 h 891893"/>
              <a:gd name="csX28" fmla="*/ 899674 w 1215366"/>
              <a:gd name="csY28" fmla="*/ 665158 h 891893"/>
              <a:gd name="csX29" fmla="*/ 905947 w 1215366"/>
              <a:gd name="csY29" fmla="*/ 661303 h 891893"/>
              <a:gd name="csX30" fmla="*/ 912220 w 1215366"/>
              <a:gd name="csY30" fmla="*/ 657450 h 891893"/>
              <a:gd name="csX31" fmla="*/ 1019481 w 1215366"/>
              <a:gd name="csY31" fmla="*/ 497478 h 891893"/>
              <a:gd name="csX32" fmla="*/ 1020826 w 1215366"/>
              <a:gd name="csY32" fmla="*/ 488516 h 891893"/>
              <a:gd name="csX33" fmla="*/ 1022349 w 1215366"/>
              <a:gd name="csY33" fmla="*/ 478301 h 891893"/>
              <a:gd name="csX34" fmla="*/ 1024679 w 1215366"/>
              <a:gd name="csY34" fmla="*/ 445947 h 891893"/>
              <a:gd name="csX35" fmla="*/ 1022349 w 1215366"/>
              <a:gd name="csY35" fmla="*/ 413596 h 891893"/>
              <a:gd name="csX36" fmla="*/ 1079430 w 1215366"/>
              <a:gd name="csY36" fmla="*/ 380078 h 891893"/>
              <a:gd name="csX37" fmla="*/ 1209722 w 1215366"/>
              <a:gd name="csY37" fmla="*/ 380078 h 891893"/>
              <a:gd name="csX38" fmla="*/ 1215188 w 1215366"/>
              <a:gd name="csY38" fmla="*/ 446037 h 891893"/>
              <a:gd name="csX39" fmla="*/ 317843 w 1215366"/>
              <a:gd name="csY39" fmla="*/ 225394 h 891893"/>
              <a:gd name="csX40" fmla="*/ 445894 w 1215366"/>
              <a:gd name="csY40" fmla="*/ 190531 h 891893"/>
              <a:gd name="csX41" fmla="*/ 769472 w 1215366"/>
              <a:gd name="csY41" fmla="*/ 190531 h 891893"/>
              <a:gd name="csX42" fmla="*/ 899764 w 1215366"/>
              <a:gd name="csY42" fmla="*/ 226648 h 891893"/>
              <a:gd name="csX43" fmla="*/ 1079609 w 1215366"/>
              <a:gd name="csY43" fmla="*/ 162212 h 891893"/>
              <a:gd name="csX44" fmla="*/ 1113212 w 1215366"/>
              <a:gd name="csY44" fmla="*/ 162212 h 891893"/>
              <a:gd name="csX45" fmla="*/ 769562 w 1215366"/>
              <a:gd name="csY45" fmla="*/ 0 h 891893"/>
              <a:gd name="csX46" fmla="*/ 445984 w 1215366"/>
              <a:gd name="csY46" fmla="*/ 0 h 891893"/>
              <a:gd name="csX47" fmla="*/ 102333 w 1215366"/>
              <a:gd name="csY47" fmla="*/ 162212 h 891893"/>
              <a:gd name="csX48" fmla="*/ 139880 w 1215366"/>
              <a:gd name="csY48" fmla="*/ 162212 h 891893"/>
              <a:gd name="csX49" fmla="*/ 317933 w 1215366"/>
              <a:gd name="csY49" fmla="*/ 225394 h 8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215366" h="891893">
                <a:moveTo>
                  <a:pt x="1215367" y="445947"/>
                </a:moveTo>
                <a:cubicBezTo>
                  <a:pt x="1215367" y="468352"/>
                  <a:pt x="1213127" y="490310"/>
                  <a:pt x="1209900" y="511908"/>
                </a:cubicBezTo>
                <a:cubicBezTo>
                  <a:pt x="1209542" y="514148"/>
                  <a:pt x="1209274" y="516479"/>
                  <a:pt x="1208825" y="518719"/>
                </a:cubicBezTo>
                <a:cubicBezTo>
                  <a:pt x="1208467" y="520960"/>
                  <a:pt x="1208198" y="523290"/>
                  <a:pt x="1207750" y="525530"/>
                </a:cubicBezTo>
                <a:cubicBezTo>
                  <a:pt x="1194936" y="596239"/>
                  <a:pt x="1165365" y="661124"/>
                  <a:pt x="1123338" y="716061"/>
                </a:cubicBezTo>
                <a:cubicBezTo>
                  <a:pt x="1121636" y="718302"/>
                  <a:pt x="1120023" y="720632"/>
                  <a:pt x="1118231" y="722873"/>
                </a:cubicBezTo>
                <a:cubicBezTo>
                  <a:pt x="1116438" y="725113"/>
                  <a:pt x="1114915" y="727443"/>
                  <a:pt x="1113123" y="729684"/>
                </a:cubicBezTo>
                <a:cubicBezTo>
                  <a:pt x="1031310" y="828714"/>
                  <a:pt x="907649" y="891894"/>
                  <a:pt x="769472" y="891894"/>
                </a:cubicBezTo>
                <a:lnTo>
                  <a:pt x="445894" y="891894"/>
                </a:lnTo>
                <a:cubicBezTo>
                  <a:pt x="307717" y="891894"/>
                  <a:pt x="184057" y="828714"/>
                  <a:pt x="102244" y="729684"/>
                </a:cubicBezTo>
                <a:cubicBezTo>
                  <a:pt x="100451" y="727533"/>
                  <a:pt x="98838" y="725113"/>
                  <a:pt x="97136" y="722873"/>
                </a:cubicBezTo>
                <a:cubicBezTo>
                  <a:pt x="95344" y="720632"/>
                  <a:pt x="93731" y="718302"/>
                  <a:pt x="92028" y="716061"/>
                </a:cubicBezTo>
                <a:cubicBezTo>
                  <a:pt x="50001" y="661124"/>
                  <a:pt x="20431" y="596239"/>
                  <a:pt x="7617" y="525530"/>
                </a:cubicBezTo>
                <a:cubicBezTo>
                  <a:pt x="7169" y="523290"/>
                  <a:pt x="6989" y="520960"/>
                  <a:pt x="6541" y="518719"/>
                </a:cubicBezTo>
                <a:cubicBezTo>
                  <a:pt x="6183" y="516479"/>
                  <a:pt x="5824" y="514148"/>
                  <a:pt x="5466" y="511908"/>
                </a:cubicBezTo>
                <a:cubicBezTo>
                  <a:pt x="2240" y="490310"/>
                  <a:pt x="0" y="468442"/>
                  <a:pt x="0" y="445947"/>
                </a:cubicBezTo>
                <a:cubicBezTo>
                  <a:pt x="0" y="423452"/>
                  <a:pt x="2240" y="401586"/>
                  <a:pt x="5466" y="379988"/>
                </a:cubicBezTo>
                <a:lnTo>
                  <a:pt x="139700" y="379988"/>
                </a:lnTo>
                <a:cubicBezTo>
                  <a:pt x="162013" y="379988"/>
                  <a:pt x="181727" y="391191"/>
                  <a:pt x="193645" y="408217"/>
                </a:cubicBezTo>
                <a:cubicBezTo>
                  <a:pt x="191853" y="420586"/>
                  <a:pt x="190509" y="433042"/>
                  <a:pt x="190509" y="445857"/>
                </a:cubicBezTo>
                <a:cubicBezTo>
                  <a:pt x="190509" y="458674"/>
                  <a:pt x="191763" y="471220"/>
                  <a:pt x="193645" y="483499"/>
                </a:cubicBezTo>
                <a:cubicBezTo>
                  <a:pt x="194093" y="486455"/>
                  <a:pt x="194452" y="489503"/>
                  <a:pt x="194989" y="492461"/>
                </a:cubicBezTo>
                <a:cubicBezTo>
                  <a:pt x="195527" y="495327"/>
                  <a:pt x="196065" y="498196"/>
                  <a:pt x="196692" y="501064"/>
                </a:cubicBezTo>
                <a:cubicBezTo>
                  <a:pt x="211208" y="566666"/>
                  <a:pt x="250905" y="622766"/>
                  <a:pt x="305208" y="658793"/>
                </a:cubicBezTo>
                <a:cubicBezTo>
                  <a:pt x="307269" y="660139"/>
                  <a:pt x="309420" y="661303"/>
                  <a:pt x="311481" y="662649"/>
                </a:cubicBezTo>
                <a:cubicBezTo>
                  <a:pt x="313542" y="663902"/>
                  <a:pt x="315603" y="665248"/>
                  <a:pt x="317753" y="666412"/>
                </a:cubicBezTo>
                <a:cubicBezTo>
                  <a:pt x="355479" y="688368"/>
                  <a:pt x="399118" y="701273"/>
                  <a:pt x="445805" y="701273"/>
                </a:cubicBezTo>
                <a:lnTo>
                  <a:pt x="769383" y="701273"/>
                </a:lnTo>
                <a:cubicBezTo>
                  <a:pt x="816965" y="701273"/>
                  <a:pt x="861411" y="687920"/>
                  <a:pt x="899674" y="665158"/>
                </a:cubicBezTo>
                <a:cubicBezTo>
                  <a:pt x="901735" y="663902"/>
                  <a:pt x="903886" y="662649"/>
                  <a:pt x="905947" y="661303"/>
                </a:cubicBezTo>
                <a:cubicBezTo>
                  <a:pt x="908008" y="659960"/>
                  <a:pt x="910159" y="658883"/>
                  <a:pt x="912220" y="657450"/>
                </a:cubicBezTo>
                <a:cubicBezTo>
                  <a:pt x="966433" y="620705"/>
                  <a:pt x="1005861" y="563708"/>
                  <a:pt x="1019481" y="497478"/>
                </a:cubicBezTo>
                <a:cubicBezTo>
                  <a:pt x="1020109" y="494522"/>
                  <a:pt x="1020378" y="491474"/>
                  <a:pt x="1020826" y="488516"/>
                </a:cubicBezTo>
                <a:cubicBezTo>
                  <a:pt x="1021363" y="485112"/>
                  <a:pt x="1021991" y="481705"/>
                  <a:pt x="1022349" y="478301"/>
                </a:cubicBezTo>
                <a:cubicBezTo>
                  <a:pt x="1023693" y="467636"/>
                  <a:pt x="1024679" y="456882"/>
                  <a:pt x="1024679" y="445947"/>
                </a:cubicBezTo>
                <a:cubicBezTo>
                  <a:pt x="1024679" y="435014"/>
                  <a:pt x="1023783" y="424170"/>
                  <a:pt x="1022349" y="413596"/>
                </a:cubicBezTo>
                <a:cubicBezTo>
                  <a:pt x="1033729" y="393700"/>
                  <a:pt x="1054877" y="380078"/>
                  <a:pt x="1079430" y="380078"/>
                </a:cubicBezTo>
                <a:lnTo>
                  <a:pt x="1209722" y="380078"/>
                </a:lnTo>
                <a:cubicBezTo>
                  <a:pt x="1212947" y="401675"/>
                  <a:pt x="1215188" y="423542"/>
                  <a:pt x="1215188" y="446037"/>
                </a:cubicBezTo>
                <a:close/>
                <a:moveTo>
                  <a:pt x="317843" y="225394"/>
                </a:moveTo>
                <a:cubicBezTo>
                  <a:pt x="355568" y="203438"/>
                  <a:pt x="399208" y="190531"/>
                  <a:pt x="445894" y="190531"/>
                </a:cubicBezTo>
                <a:lnTo>
                  <a:pt x="769472" y="190531"/>
                </a:lnTo>
                <a:cubicBezTo>
                  <a:pt x="817055" y="190531"/>
                  <a:pt x="861501" y="203884"/>
                  <a:pt x="899764" y="226648"/>
                </a:cubicBezTo>
                <a:cubicBezTo>
                  <a:pt x="948780" y="186409"/>
                  <a:pt x="1011417" y="162212"/>
                  <a:pt x="1079609" y="162212"/>
                </a:cubicBezTo>
                <a:lnTo>
                  <a:pt x="1113212" y="162212"/>
                </a:lnTo>
                <a:cubicBezTo>
                  <a:pt x="1031399" y="63182"/>
                  <a:pt x="907739" y="0"/>
                  <a:pt x="769562" y="0"/>
                </a:cubicBezTo>
                <a:lnTo>
                  <a:pt x="445984" y="0"/>
                </a:lnTo>
                <a:cubicBezTo>
                  <a:pt x="307807" y="0"/>
                  <a:pt x="184146" y="63182"/>
                  <a:pt x="102333" y="162212"/>
                </a:cubicBezTo>
                <a:lnTo>
                  <a:pt x="139880" y="162212"/>
                </a:lnTo>
                <a:cubicBezTo>
                  <a:pt x="207266" y="162212"/>
                  <a:pt x="269185" y="185961"/>
                  <a:pt x="317933" y="225394"/>
                </a:cubicBezTo>
                <a:close/>
              </a:path>
            </a:pathLst>
          </a:custGeom>
          <a:solidFill>
            <a:schemeClr val="accent2"/>
          </a:solidFill>
          <a:ln w="8960" cap="flat">
            <a:noFill/>
            <a:prstDash val="solid"/>
            <a:miter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pic>
        <p:nvPicPr>
          <p:cNvPr id="12" name="Graphic 3" descr="Badge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7E7387C8-C9B6-68A1-F20B-99D025BC4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4"/>
              </a:ext>
            </a:extLst>
          </a:blip>
          <a:srcRect/>
          <a:stretch/>
        </p:blipFill>
        <p:spPr>
          <a:xfrm>
            <a:off x="3999409" y="3245499"/>
            <a:ext cx="731520" cy="731520"/>
          </a:xfrm>
          <a:prstGeom prst="rect">
            <a:avLst/>
          </a:prstGeom>
        </p:spPr>
      </p:pic>
      <p:pic>
        <p:nvPicPr>
          <p:cNvPr id="13" name="Graphic 4" descr="Badge 4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956CEE01-B046-3E1F-2894-DA55E9D848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6"/>
              </a:ext>
            </a:extLst>
          </a:blip>
          <a:srcRect/>
          <a:stretch/>
        </p:blipFill>
        <p:spPr>
          <a:xfrm>
            <a:off x="7460644" y="3245499"/>
            <a:ext cx="731520" cy="731520"/>
          </a:xfrm>
          <a:prstGeom prst="rect">
            <a:avLst/>
          </a:prstGeom>
        </p:spPr>
      </p:pic>
      <p:pic>
        <p:nvPicPr>
          <p:cNvPr id="14" name="Graphic 2" descr="Badge 1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EC17B919-4CD1-9587-A481-A13234F0EA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8"/>
              </a:ext>
            </a:extLst>
          </a:blip>
          <a:srcRect/>
          <a:stretch/>
        </p:blipFill>
        <p:spPr>
          <a:xfrm>
            <a:off x="2152226" y="2191813"/>
            <a:ext cx="731520" cy="731520"/>
          </a:xfrm>
          <a:prstGeom prst="rect">
            <a:avLst/>
          </a:prstGeom>
        </p:spPr>
      </p:pic>
      <p:pic>
        <p:nvPicPr>
          <p:cNvPr id="15" name="Graphic 5" descr="Badge 3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DCD64994-54F8-355B-1B60-5D1E711012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10"/>
              </a:ext>
            </a:extLst>
          </a:blip>
          <a:srcRect/>
          <a:stretch/>
        </p:blipFill>
        <p:spPr>
          <a:xfrm>
            <a:off x="5730240" y="2191813"/>
            <a:ext cx="731520" cy="731520"/>
          </a:xfrm>
          <a:prstGeom prst="rect">
            <a:avLst/>
          </a:prstGeom>
        </p:spPr>
      </p:pic>
      <p:pic>
        <p:nvPicPr>
          <p:cNvPr id="16" name="Graphic 6" descr="Badge 5 with solid fill">
            <a:extLst>
              <a:ext uri="{FF2B5EF4-FFF2-40B4-BE49-F238E27FC236}">
                <a16:creationId xmlns="" xmlns:a16="http://schemas.microsoft.com/office/drawing/2014/main" xmlns:lc="http://schemas.openxmlformats.org/drawingml/2006/lockedCanvas" id="{86DEA5B8-975A-9F3F-AA49-CD5A3EB862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xmlns:lc="http://schemas.openxmlformats.org/drawingml/2006/lockedCanvas" r:embed="rId12"/>
              </a:ext>
            </a:extLst>
          </a:blip>
          <a:srcRect/>
          <a:stretch/>
        </p:blipFill>
        <p:spPr>
          <a:xfrm>
            <a:off x="9308254" y="2191813"/>
            <a:ext cx="731520" cy="7315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xmlns:lc="http://schemas.openxmlformats.org/drawingml/2006/lockedCanvas" id="{5C463B1D-7F62-4D39-29C5-6A11E7DB9F69}"/>
              </a:ext>
            </a:extLst>
          </p:cNvPr>
          <p:cNvGrpSpPr/>
          <p:nvPr/>
        </p:nvGrpSpPr>
        <p:grpSpPr>
          <a:xfrm>
            <a:off x="2902129" y="4911709"/>
            <a:ext cx="2926080" cy="1105487"/>
            <a:chOff x="332936" y="2577912"/>
            <a:chExt cx="2926080" cy="1105487"/>
          </a:xfrm>
        </p:grpSpPr>
        <p:sp>
          <p:nvSpPr>
            <p:cNvPr id="30" name="TextBox 14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E04D68B-EA00-F87B-C229-8B83AC1F0C48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2">
                      <a:lumMod val="75000"/>
                    </a:schemeClr>
                  </a:solidFill>
                </a:rPr>
                <a:t>Download and Store PDF</a:t>
              </a:r>
              <a:endParaRPr lang="en-US" sz="24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1" name="TextBox 1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ECFFED0A-4707-142F-97B9-3ADEFC6D6983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xmlns:lc="http://schemas.openxmlformats.org/drawingml/2006/lockedCanvas" id="{C860A45B-736D-3314-00A3-FA996B1BD7D1}"/>
              </a:ext>
            </a:extLst>
          </p:cNvPr>
          <p:cNvGrpSpPr/>
          <p:nvPr/>
        </p:nvGrpSpPr>
        <p:grpSpPr>
          <a:xfrm>
            <a:off x="6363364" y="4820288"/>
            <a:ext cx="2926080" cy="736155"/>
            <a:chOff x="332936" y="2947244"/>
            <a:chExt cx="2926080" cy="736155"/>
          </a:xfrm>
        </p:grpSpPr>
        <p:sp>
          <p:nvSpPr>
            <p:cNvPr id="28" name="TextBox 1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9A278748-C372-1B93-EECF-B18E9BD54260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1">
                      <a:lumMod val="75000"/>
                    </a:schemeClr>
                  </a:solidFill>
                </a:rPr>
                <a:t>Human Verification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TextBox 18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D0ED9923-9384-78A4-4AA9-03F61F696F42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Check extracted data for anomalies.</a:t>
              </a:r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xmlns:lc="http://schemas.openxmlformats.org/drawingml/2006/lockedCanvas" id="{BA9E9407-EF08-0B7D-8EB9-CB924F9E347F}"/>
              </a:ext>
            </a:extLst>
          </p:cNvPr>
          <p:cNvGrpSpPr/>
          <p:nvPr/>
        </p:nvGrpSpPr>
        <p:grpSpPr>
          <a:xfrm>
            <a:off x="1054946" y="1129592"/>
            <a:ext cx="2926080" cy="1105487"/>
            <a:chOff x="332936" y="2577912"/>
            <a:chExt cx="2926080" cy="1105487"/>
          </a:xfrm>
        </p:grpSpPr>
        <p:sp>
          <p:nvSpPr>
            <p:cNvPr id="26" name="TextBox 20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83AD3223-8967-1FBC-A768-1CFE7FE94A3E}"/>
                </a:ext>
              </a:extLst>
            </p:cNvPr>
            <p:cNvSpPr txBox="1"/>
            <p:nvPr/>
          </p:nvSpPr>
          <p:spPr>
            <a:xfrm>
              <a:off x="332936" y="2577912"/>
              <a:ext cx="2926080" cy="83099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4">
                      <a:lumMod val="75000"/>
                    </a:schemeClr>
                  </a:solidFill>
                </a:rPr>
                <a:t>Volkswagen BEON Portal</a:t>
              </a:r>
              <a:endParaRPr lang="en-US" sz="2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27" name="TextBox 21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8C513DC6-0307-765C-4A77-6DFBB85A2A68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sz="12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xmlns:lc="http://schemas.openxmlformats.org/drawingml/2006/lockedCanvas" id="{15F8E6EB-7E79-383E-7A66-59760A6F56F4}"/>
              </a:ext>
            </a:extLst>
          </p:cNvPr>
          <p:cNvGrpSpPr/>
          <p:nvPr/>
        </p:nvGrpSpPr>
        <p:grpSpPr>
          <a:xfrm>
            <a:off x="4632960" y="1171359"/>
            <a:ext cx="2926080" cy="766933"/>
            <a:chOff x="332936" y="2947244"/>
            <a:chExt cx="2926080" cy="766933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C623A76A-B0E1-6F4A-60FA-52FC71DE19E4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5">
                      <a:lumMod val="75000"/>
                    </a:schemeClr>
                  </a:solidFill>
                </a:rPr>
                <a:t>Automation 1</a:t>
              </a:r>
              <a:endParaRPr lang="en-US" sz="2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25" name="TextBox 29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0A4DF914-23E2-918A-3F7C-78F12FBA4D55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30777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PDF -&gt; Excel</a:t>
              </a:r>
              <a:endParaRPr lang="en-US" sz="1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xmlns:lc="http://schemas.openxmlformats.org/drawingml/2006/lockedCanvas" id="{C995D04E-EA1A-9A0C-8EFC-DB742895BC29}"/>
              </a:ext>
            </a:extLst>
          </p:cNvPr>
          <p:cNvGrpSpPr/>
          <p:nvPr/>
        </p:nvGrpSpPr>
        <p:grpSpPr>
          <a:xfrm>
            <a:off x="8210974" y="1160309"/>
            <a:ext cx="2926080" cy="766933"/>
            <a:chOff x="332936" y="2947244"/>
            <a:chExt cx="2926080" cy="766933"/>
          </a:xfrm>
        </p:grpSpPr>
        <p:sp>
          <p:nvSpPr>
            <p:cNvPr id="22" name="TextBox 31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B80EDBE6-743D-8FC7-8307-15C01EE8686E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 smtClean="0">
                  <a:solidFill>
                    <a:schemeClr val="accent6">
                      <a:lumMod val="75000"/>
                    </a:schemeClr>
                  </a:solidFill>
                </a:rPr>
                <a:t>Automation 2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" name="TextBox 32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C36F8890-13B1-2577-1A13-71C5654D5DA6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30777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noProof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Excel -&gt; SAP DocuLink</a:t>
              </a:r>
              <a:endParaRPr lang="en-US" sz="1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315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</a:t>
            </a:r>
            <a:endParaRPr lang="en-US" noProof="0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00038" y="840545"/>
            <a:ext cx="6488003" cy="7044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Automation 1</a:t>
            </a:r>
            <a:endParaRPr lang="de-DE" sz="1800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7278908" y="840545"/>
            <a:ext cx="3851548" cy="704475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Automation 2</a:t>
            </a:r>
            <a:endParaRPr lang="de-DE" sz="1800" dirty="0"/>
          </a:p>
        </p:txBody>
      </p:sp>
      <p:pic>
        <p:nvPicPr>
          <p:cNvPr id="3" name="Automation 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00038" y="1507307"/>
            <a:ext cx="5563477" cy="3129456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38100"/>
          </a:effectLst>
        </p:spPr>
      </p:pic>
      <p:pic>
        <p:nvPicPr>
          <p:cNvPr id="8" name="Automation 2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87126" y="1545020"/>
            <a:ext cx="5563478" cy="3129456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3657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Results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C4D51B4A-C4D1-F786-34A5-7459C87E16E6}"/>
              </a:ext>
            </a:extLst>
          </p:cNvPr>
          <p:cNvSpPr txBox="1">
            <a:spLocks/>
          </p:cNvSpPr>
          <p:nvPr/>
        </p:nvSpPr>
        <p:spPr>
          <a:xfrm>
            <a:off x="300038" y="887842"/>
            <a:ext cx="11430000" cy="54864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  <p:sp>
        <p:nvSpPr>
          <p:cNvPr id="53" name="Subtitle 2"/>
          <p:cNvSpPr txBox="1">
            <a:spLocks/>
          </p:cNvSpPr>
          <p:nvPr/>
        </p:nvSpPr>
        <p:spPr>
          <a:xfrm>
            <a:off x="300038" y="878854"/>
            <a:ext cx="3862059" cy="47587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Processing time per document</a:t>
            </a:r>
            <a:endParaRPr lang="de-DE" sz="1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866928"/>
              </p:ext>
            </p:extLst>
          </p:nvPr>
        </p:nvGraphicFramePr>
        <p:xfrm>
          <a:off x="355218" y="1851466"/>
          <a:ext cx="3972417" cy="165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139"/>
                <a:gridCol w="1324139"/>
                <a:gridCol w="1324139"/>
              </a:tblGrid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Process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Manual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</a:t>
                      </a:r>
                      <a:endParaRPr lang="en-US" dirty="0"/>
                    </a:p>
                  </a:txBody>
                  <a:tcPr/>
                </a:tc>
              </a:tr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PDF</a:t>
                      </a:r>
                      <a:r>
                        <a:rPr lang="en-US" baseline="0" dirty="0" smtClean="0"/>
                        <a:t> -&gt; Excel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7:35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0:20</a:t>
                      </a:r>
                      <a:endParaRPr lang="en-US" dirty="0"/>
                    </a:p>
                  </a:txBody>
                  <a:tcPr/>
                </a:tc>
              </a:tr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Excel</a:t>
                      </a:r>
                      <a:r>
                        <a:rPr lang="en-US" baseline="0" dirty="0" smtClean="0"/>
                        <a:t> -&gt; SAP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2:45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0:10</a:t>
                      </a:r>
                      <a:endParaRPr lang="en-US" dirty="0"/>
                    </a:p>
                  </a:txBody>
                  <a:tcPr/>
                </a:tc>
              </a:tr>
              <a:tr h="413845">
                <a:tc>
                  <a:txBody>
                    <a:bodyPr/>
                    <a:lstStyle/>
                    <a:p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10:20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0:30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864" y="1452345"/>
            <a:ext cx="2901216" cy="23182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3966" y="2265737"/>
            <a:ext cx="3207119" cy="745477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indent="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b="1">
                <a:solidFill>
                  <a:schemeClr val="tx2"/>
                </a:solidFill>
              </a:defRPr>
            </a:lvl1pPr>
            <a:lvl2pPr marL="342000" indent="-34200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>
                <a:solidFill>
                  <a:schemeClr val="tx2"/>
                </a:solidFill>
              </a:defRPr>
            </a:lvl2pPr>
            <a:lvl3pPr marL="741600" indent="-3420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3pPr>
            <a:lvl4pPr marL="1144800" indent="-2304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4pPr>
            <a:lvl5pPr marL="1602000" indent="-1656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de-DE" sz="1400" dirty="0" smtClean="0"/>
              <a:t>Accuracy</a:t>
            </a:r>
          </a:p>
          <a:p>
            <a:r>
              <a:rPr lang="de-DE" sz="1400" dirty="0" smtClean="0"/>
              <a:t>0 mistakes</a:t>
            </a:r>
            <a:endParaRPr sz="1400" dirty="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966" y="1842551"/>
            <a:ext cx="350874" cy="35087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325" y="1456982"/>
            <a:ext cx="2895413" cy="2313596"/>
          </a:xfrm>
          <a:prstGeom prst="rect">
            <a:avLst/>
          </a:prstGeom>
          <a:ln cap="rnd">
            <a:noFill/>
            <a:round/>
          </a:ln>
        </p:spPr>
      </p:pic>
      <p:sp>
        <p:nvSpPr>
          <p:cNvPr id="16" name="TextBox 15"/>
          <p:cNvSpPr txBox="1"/>
          <p:nvPr/>
        </p:nvSpPr>
        <p:spPr>
          <a:xfrm>
            <a:off x="4717984" y="2265737"/>
            <a:ext cx="2630093" cy="202159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indent="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b="1">
                <a:solidFill>
                  <a:schemeClr val="tx2"/>
                </a:solidFill>
              </a:defRPr>
            </a:lvl1pPr>
            <a:lvl2pPr marL="342000" indent="-342000" defTabSz="685800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>
                <a:solidFill>
                  <a:schemeClr val="tx2"/>
                </a:solidFill>
              </a:defRPr>
            </a:lvl2pPr>
            <a:lvl3pPr marL="741600" indent="-3420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3pPr>
            <a:lvl4pPr marL="1144800" indent="-2304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4pPr>
            <a:lvl5pPr marL="1602000" indent="-165600" defTabSz="6858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>
                <a:solidFill>
                  <a:schemeClr val="tx2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de-DE" sz="1400" dirty="0"/>
              <a:t>Performance Improvement</a:t>
            </a:r>
          </a:p>
          <a:p>
            <a:r>
              <a:rPr lang="de-DE" sz="1400" dirty="0"/>
              <a:t>95.2% less processing time</a:t>
            </a:r>
            <a:br>
              <a:rPr lang="de-DE" sz="1400" dirty="0"/>
            </a:br>
            <a:r>
              <a:rPr lang="de-DE" sz="1400" dirty="0"/>
              <a:t>20.7 x faster</a:t>
            </a:r>
          </a:p>
          <a:p>
            <a:r>
              <a:rPr lang="de-DE" sz="1400" dirty="0"/>
              <a:t>Time saved per document</a:t>
            </a:r>
            <a:r>
              <a:rPr lang="de-DE" sz="1400" dirty="0" smtClean="0"/>
              <a:t>: 9:50</a:t>
            </a:r>
            <a:endParaRPr lang="de-DE" sz="1400" dirty="0"/>
          </a:p>
          <a:p>
            <a:endParaRPr lang="de-DE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450" y="1879950"/>
            <a:ext cx="329688" cy="27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9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Financial impact – Estimated Labor Cost Saving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1013377"/>
            <a:ext cx="6108646" cy="250975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Average gross salary at KOSTAL: 79000 MKD / month</a:t>
            </a:r>
          </a:p>
          <a:p>
            <a:r>
              <a:rPr lang="de-DE" sz="1800" dirty="0" smtClean="0"/>
              <a:t>Working time: 160 hours / month</a:t>
            </a:r>
            <a:br>
              <a:rPr lang="de-DE" sz="1800" dirty="0" smtClean="0"/>
            </a:br>
            <a:r>
              <a:rPr lang="de-DE" sz="1800" dirty="0" smtClean="0"/>
              <a:t>Hourly labor cost: 493.15 MKD / hour</a:t>
            </a:r>
          </a:p>
          <a:p>
            <a:endParaRPr lang="de-DE" sz="1800" dirty="0" smtClean="0"/>
          </a:p>
          <a:p>
            <a:r>
              <a:rPr lang="de-DE" sz="1800" dirty="0" smtClean="0"/>
              <a:t>Cost Per Document</a:t>
            </a:r>
          </a:p>
          <a:p>
            <a:r>
              <a:rPr lang="de-DE" sz="1800" dirty="0" smtClean="0"/>
              <a:t>Manual: 10 min. 20s -&gt; ~ 84.90 MKD</a:t>
            </a:r>
          </a:p>
          <a:p>
            <a:r>
              <a:rPr lang="de-DE" sz="1800" dirty="0" smtClean="0"/>
              <a:t>Automated: 30s -&gt; ~ 4.94 MKD</a:t>
            </a:r>
          </a:p>
          <a:p>
            <a:r>
              <a:rPr lang="de-DE" sz="1800" dirty="0" smtClean="0"/>
              <a:t>Saving: </a:t>
            </a:r>
            <a:r>
              <a:rPr lang="de-DE" sz="1800" dirty="0" smtClean="0"/>
              <a:t>~80 </a:t>
            </a:r>
            <a:r>
              <a:rPr lang="de-DE" sz="1800" dirty="0" smtClean="0"/>
              <a:t>MKD per document</a:t>
            </a:r>
            <a:endParaRPr lang="de-DE" sz="1800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297238" y="3826670"/>
            <a:ext cx="5360626" cy="2619467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dirty="0" smtClean="0"/>
              <a:t>Example: 1000 Documents</a:t>
            </a:r>
            <a:br>
              <a:rPr lang="de-DE" sz="1800" dirty="0" smtClean="0"/>
            </a:br>
            <a:r>
              <a:rPr lang="de-DE" sz="1800" dirty="0" smtClean="0"/>
              <a:t>Manual processing: 84,903 MKD</a:t>
            </a:r>
          </a:p>
          <a:p>
            <a:r>
              <a:rPr lang="de-DE" sz="1800" dirty="0" smtClean="0"/>
              <a:t>Automated processing: 4,938 MKD</a:t>
            </a:r>
          </a:p>
          <a:p>
            <a:endParaRPr lang="de-DE" sz="1800" dirty="0"/>
          </a:p>
          <a:p>
            <a:r>
              <a:rPr lang="de-DE" sz="1800" dirty="0" smtClean="0"/>
              <a:t>Saving: 79,965 MKD ~ 1300</a:t>
            </a:r>
            <a:r>
              <a:rPr lang="en-US" sz="1800" dirty="0" smtClean="0"/>
              <a:t>€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42582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Mentor Contribution - Idea and Process Knowledge: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Original automation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</a:t>
            </a:r>
            <a:r>
              <a:rPr lang="en-US" smtClean="0"/>
              <a:t>rocess </a:t>
            </a:r>
            <a:r>
              <a:rPr lang="en-US" dirty="0" smtClean="0"/>
              <a:t>and workflow 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SAP &amp; </a:t>
            </a:r>
            <a:r>
              <a:rPr lang="en-US" dirty="0" err="1" smtClean="0"/>
              <a:t>DocuLink</a:t>
            </a:r>
            <a:r>
              <a:rPr lang="en-US" dirty="0" smtClean="0"/>
              <a:t>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Daily monitoring and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Testing and process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50+ hours of mentoring in person, with ongoing support during the whole internship.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dirty="0" smtClean="0"/>
              <a:t>My Contribution – Technical Design and Implementation: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Process analysis and automation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Power Automate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PDF data extraction and 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Excel data processing and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SAP GUI Scripting / VBScript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Testing, debugging and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Result analysis and documentation.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Development and Mentorship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smtClean="0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0038" y="6558470"/>
            <a:ext cx="5355027" cy="244800"/>
          </a:xfrm>
        </p:spPr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65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>
                <a:solidFill>
                  <a:schemeClr val="tx2"/>
                </a:solidFill>
              </a:rPr>
              <a:t>Slide </a:t>
            </a:r>
            <a:fld id="{37305BD6-62ED-43DD-8AC8-977484A06CC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>
                <a:solidFill>
                  <a:srgbClr val="1E467D"/>
                </a:solidFill>
              </a:rPr>
              <a:t>KOMAK </a:t>
            </a:r>
            <a:r>
              <a:rPr lang="de-DE" noProof="0" dirty="0">
                <a:solidFill>
                  <a:srgbClr val="1E467D"/>
                </a:solidFill>
              </a:rPr>
              <a:t>/ </a:t>
            </a:r>
            <a:r>
              <a:rPr lang="en-US" dirty="0">
                <a:solidFill>
                  <a:srgbClr val="1E467D"/>
                </a:solidFill>
              </a:rPr>
              <a:t>Automation of Data Flow From Volkswagen BEON to SAP </a:t>
            </a:r>
            <a:r>
              <a:rPr lang="en-US" dirty="0" err="1">
                <a:solidFill>
                  <a:srgbClr val="1E467D"/>
                </a:solidFill>
              </a:rPr>
              <a:t>DocuLink</a:t>
            </a:r>
            <a:r>
              <a:rPr lang="en-US" dirty="0">
                <a:solidFill>
                  <a:srgbClr val="1E467D"/>
                </a:solidFill>
              </a:rPr>
              <a:t> / Blagoja P.</a:t>
            </a:r>
            <a:r>
              <a:rPr lang="de-DE" noProof="0" dirty="0">
                <a:solidFill>
                  <a:srgbClr val="1E467D"/>
                </a:solidFill>
              </a:rPr>
              <a:t> / 18.0</a:t>
            </a:r>
            <a:r>
              <a:rPr lang="de-DE" dirty="0">
                <a:solidFill>
                  <a:srgbClr val="1E467D"/>
                </a:solidFill>
              </a:rPr>
              <a:t>9</a:t>
            </a:r>
            <a:r>
              <a:rPr lang="de-DE" noProof="0" dirty="0">
                <a:solidFill>
                  <a:srgbClr val="1E467D"/>
                </a:solidFill>
              </a:rPr>
              <a:t>.2026</a:t>
            </a:r>
            <a:endParaRPr lang="de-DE" dirty="0">
              <a:solidFill>
                <a:srgbClr val="1E467D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00038" y="2435772"/>
            <a:ext cx="11211242" cy="3609427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4400" dirty="0" smtClean="0"/>
              <a:t>Thank You</a:t>
            </a:r>
          </a:p>
          <a:p>
            <a:pPr algn="ctr"/>
            <a:r>
              <a:rPr lang="de-DE" sz="4400" dirty="0" smtClean="0"/>
              <a:t>Questions?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6294438" y="970007"/>
            <a:ext cx="5013642" cy="1905273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Tx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000" indent="-342000" algn="l" defTabSz="6858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1600" indent="-3420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4800" indent="-2304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16560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24481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QAPwwAAAAAAAAAAAAAIAD///////////////8AAAD////////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3CiPSI5eANAnBxEVIN4Ow4EAAAAAAADAAAAAAADAAAAAwADAAAAAAD///////8DAAEA////////BQAAAAMAEAALU19WOSZlE0C/6ZcHmn4OlA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cKI9Ijl4A0CcHERUg3g7DgNEYXRhAFMAAAAIUHJlc2VudGF0aW9uU2Nhbm5lZEZvckxpbmtlZFNoYXBlcwAAAk51bWJlckZvcm1hdFNlcGFyYXRvck1vZGUACgAAAEF1dG9tYXRpYwAAAk5hbWUAJAAAAExpbmtlZFNoYXBlUHJlc2VudGF0aW9uU2V0dGluZ3NEYXRhABBWZXJzaW9uAAAAAAAJTGFzdFdyaXRlAFfxYIWgAQAAAAEA/////4MAgwAAAAVfaWQAEAAAAARTX1Y5JmUTQL/plweafg6UA0RhdGEAGwAAAARMaW5rZWRTaGFwZURhdGEABQAAAAAAAk5hbWUAGQAAAExpbmtlZFNoYXBlc0RhdGFQcm9wZXJ0eQAQVmVyc2lvbgABAAAACUxhc3RXcml0ZQBA8WCFo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g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JQAGTGlua2VkU2hhcGVQcmVzZW50YXRpb25TZXR0aW5nc0RhdGFfMAQAAAAAAAUAAAAAAAUAAAADAAUAAAAAAP///////wMAAQEDAAAAAwD///////8aAAZMaW5rZWRTaGFwZXNEYXRhUHJvcGVydHlfMQQAAAABAAUAAAACAAU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245409181414170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lkCplnVtMHgQjcy6hj4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AE Design English">
  <a:themeElements>
    <a:clrScheme name="KOSTAL">
      <a:dk1>
        <a:srgbClr val="000000"/>
      </a:dk1>
      <a:lt1>
        <a:sysClr val="window" lastClr="FFFFFF"/>
      </a:lt1>
      <a:dk2>
        <a:srgbClr val="1E467D"/>
      </a:dk2>
      <a:lt2>
        <a:srgbClr val="EBEDED"/>
      </a:lt2>
      <a:accent1>
        <a:srgbClr val="1E467D"/>
      </a:accent1>
      <a:accent2>
        <a:srgbClr val="4B73A5"/>
      </a:accent2>
      <a:accent3>
        <a:srgbClr val="8CAFD2"/>
      </a:accent3>
      <a:accent4>
        <a:srgbClr val="D2E3EB"/>
      </a:accent4>
      <a:accent5>
        <a:srgbClr val="828787"/>
      </a:accent5>
      <a:accent6>
        <a:srgbClr val="C8CDCD"/>
      </a:accent6>
      <a:hlink>
        <a:srgbClr val="1E467D"/>
      </a:hlink>
      <a:folHlink>
        <a:srgbClr val="4B73A5"/>
      </a:folHlink>
    </a:clrScheme>
    <a:fontScheme name="KOS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lIns="72000" tIns="72000" rIns="72000" bIns="72000" rtlCol="0" anchor="ctr"/>
      <a:lstStyle>
        <a:defPPr algn="ctr">
          <a:defRPr sz="1600" b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spAutoFit/>
      </a:bodyPr>
      <a:lstStyle>
        <a:defPPr>
          <a:lnSpc>
            <a:spcPct val="120000"/>
          </a:lnSpc>
          <a:spcBef>
            <a:spcPts val="600"/>
          </a:spcBef>
          <a:defRPr sz="1600" b="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/>
  <a:custClrLst>
    <a:custClr name="Orange">
      <a:srgbClr val="FAC337"/>
    </a:custClr>
    <a:custClr name="Rot">
      <a:srgbClr val="9B0000"/>
    </a:custClr>
    <a:custClr name="Türkis-Blau">
      <a:srgbClr val="007DC8"/>
    </a:custClr>
    <a:custClr name="Grün">
      <a:srgbClr val="B4CD32"/>
    </a:custClr>
    <a:custClr name="RGB 0/155/155">
      <a:srgbClr val="009B9B"/>
    </a:custClr>
    <a:custClr name="Türkis-Grün hell">
      <a:srgbClr val="C8EBDC"/>
    </a:custClr>
    <a:custClr name="Violett">
      <a:srgbClr val="6E2864"/>
    </a:custClr>
    <a:custClr name="Pink">
      <a:srgbClr val="FF008C"/>
    </a:custClr>
    <a:custClr name="Textmarker-Gelb">
      <a:srgbClr val="FFFF00"/>
    </a:custClr>
  </a:custClrLst>
  <a:extLst>
    <a:ext uri="{05A4C25C-085E-4340-85A3-A5531E510DB2}">
      <thm15:themeFamily xmlns:thm15="http://schemas.microsoft.com/office/thememl/2012/main" name="A_englisch.potx" id="{60777013-A92C-4B54-9DDA-6A34DE621489}" vid="{A5A63733-9BCD-46DB-8DFF-36441188C0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66366095-a18c-4cb3-a1ea-2fdfefee6388" ContentTypeId="0x01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492122497CA4FAA26CBE87F271328" ma:contentTypeVersion="1" ma:contentTypeDescription="Create a new document." ma:contentTypeScope="" ma:versionID="e9f9918e8823961dccacc6ab99440758">
  <xsd:schema xmlns:xsd="http://www.w3.org/2001/XMLSchema" xmlns:xs="http://www.w3.org/2001/XMLSchema" xmlns:p="http://schemas.microsoft.com/office/2006/metadata/properties" xmlns:ns1="http://schemas.microsoft.com/sharepoint/v3" xmlns:ns2="fe2f6e1c-eed5-479c-b9e3-24541315acb7" targetNamespace="http://schemas.microsoft.com/office/2006/metadata/properties" ma:root="true" ma:fieldsID="81384155c07d7edf820f07bbd1fb7e75" ns1:_="" ns2:_="">
    <xsd:import namespace="http://schemas.microsoft.com/sharepoint/v3"/>
    <xsd:import namespace="fe2f6e1c-eed5-479c-b9e3-24541315acb7"/>
    <xsd:element name="properties">
      <xsd:complexType>
        <xsd:sequence>
          <xsd:element name="documentManagement">
            <xsd:complexType>
              <xsd:all>
                <xsd:element ref="ns1:Languag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8" nillable="true" ma:displayName="Language" ma:format="Dropdown" ma:internalName="Languag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People's Republic of 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f6e1c-eed5-479c-b9e3-24541315acb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nguag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803BD61-9464-488F-928B-C99FAFEDD614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B2996D40-5EDC-4DBF-9B52-0DFA6D2BBC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250116-2818-446B-AD9E-6A20049BF2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2f6e1c-eed5-479c-b9e3-24541315ac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24679B6-BAAF-42AA-A041-99D1082FBB18}">
  <ds:schemaRefs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fe2f6e1c-eed5-479c-b9e3-24541315acb7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A_englisch</Template>
  <TotalTime>3262</TotalTime>
  <Words>535</Words>
  <Application>Microsoft Office PowerPoint</Application>
  <PresentationFormat>Widescreen</PresentationFormat>
  <Paragraphs>115</Paragraphs>
  <Slides>9</Slides>
  <Notes>8</Notes>
  <HiddenSlides>0</HiddenSlides>
  <MMClips>2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Inter</vt:lpstr>
      <vt:lpstr>Inter Medium</vt:lpstr>
      <vt:lpstr>Lucida Sans Unicode</vt:lpstr>
      <vt:lpstr>Wingdings</vt:lpstr>
      <vt:lpstr>KAE Design English</vt:lpstr>
      <vt:lpstr>think-cell Folie</vt:lpstr>
      <vt:lpstr>Automation of Data Flow from Volkswagen BEON to SAP DocuLink</vt:lpstr>
      <vt:lpstr>Project overview</vt:lpstr>
      <vt:lpstr>Before Automation: The Manual Workflow</vt:lpstr>
      <vt:lpstr>Proposed Solution</vt:lpstr>
      <vt:lpstr>How It Works</vt:lpstr>
      <vt:lpstr>Results</vt:lpstr>
      <vt:lpstr>Financial impact – Estimated Labor Cost Saving</vt:lpstr>
      <vt:lpstr>Project Development and Mentorship</vt:lpstr>
      <vt:lpstr>PowerPoint Presentation</vt:lpstr>
    </vt:vector>
  </TitlesOfParts>
  <Company>KOSTAL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Baloski, Goce</dc:creator>
  <cp:lastModifiedBy>Microsoft account</cp:lastModifiedBy>
  <cp:revision>173</cp:revision>
  <dcterms:created xsi:type="dcterms:W3CDTF">2022-08-18T11:59:17Z</dcterms:created>
  <dcterms:modified xsi:type="dcterms:W3CDTF">2026-09-11T11:43:49Z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0x010100C81492122497CA4FAA26CBE87F271328</vt:lpwstr>
  </property>
</Properties>
</file>