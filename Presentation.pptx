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Default Extension="mp4" ContentType="video/mp4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5"/>
  </p:sldMasterIdLst>
  <p:notesMasterIdLst>
    <p:notesMasterId r:id="rId22"/>
  </p:notesMasterIdLst>
  <p:handoutMasterIdLst>
    <p:handoutMasterId r:id="rId23"/>
  </p:handoutMasterIdLst>
  <p:sldIdLst>
    <p:sldId id="256" r:id="rId6"/>
    <p:sldId id="258" r:id="rId7"/>
    <p:sldId id="259" r:id="rId8"/>
    <p:sldId id="260" r:id="rId9"/>
    <p:sldId id="261" r:id="rId10"/>
    <p:sldId id="264" r:id="rId11"/>
    <p:sldId id="265" r:id="rId12"/>
    <p:sldId id="266" r:id="rId13"/>
    <p:sldId id="262" r:id="rId14"/>
    <p:sldId id="263" r:id="rId15"/>
    <p:sldId id="267" r:id="rId16"/>
    <p:sldId id="268" r:id="rId17"/>
    <p:sldId id="269" r:id="rId18"/>
    <p:sldId id="272" r:id="rId19"/>
    <p:sldId id="270" r:id="rId20"/>
    <p:sldId id="271" r:id="rId21"/>
  </p:sldIdLst>
  <p:sldSz cx="12192000" cy="6858000"/>
  <p:notesSz cx="6858000" cy="9144000"/>
  <p:custDataLst>
    <p:tags r:id="rId24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B62C"/>
    <a:srgbClr val="1E467D"/>
    <a:srgbClr val="6FAE40"/>
    <a:srgbClr val="4DA151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936" autoAdjust="0"/>
  </p:normalViewPr>
  <p:slideViewPr>
    <p:cSldViewPr snapToGrid="0">
      <p:cViewPr varScale="1">
        <p:scale>
          <a:sx n="97" d="100"/>
          <a:sy n="97" d="100"/>
        </p:scale>
        <p:origin x="96" y="6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6" d="100"/>
          <a:sy n="76" d="100"/>
        </p:scale>
        <p:origin x="2918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gs" Target="tags/tag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AE9B361-6283-4668-A1BD-335E925BF382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A725FB-A94F-4873-B34D-ADD3DC9C4DAC}">
      <dgm:prSet phldrT="[Text]"/>
      <dgm:spPr/>
      <dgm:t>
        <a:bodyPr/>
        <a:lstStyle/>
        <a:p>
          <a:r>
            <a:rPr lang="en-US" dirty="0" smtClean="0"/>
            <a:t>Volkswagen </a:t>
          </a:r>
          <a:r>
            <a:rPr lang="en-US" dirty="0" err="1" smtClean="0"/>
            <a:t>Beon</a:t>
          </a:r>
          <a:endParaRPr lang="en-US" dirty="0"/>
        </a:p>
      </dgm:t>
    </dgm:pt>
    <dgm:pt modelId="{52AD00C5-E3CD-49B9-9946-40FDD295BFE8}" type="parTrans" cxnId="{80407B07-18D1-4A2F-9BD3-14D6ED762F48}">
      <dgm:prSet/>
      <dgm:spPr/>
      <dgm:t>
        <a:bodyPr/>
        <a:lstStyle/>
        <a:p>
          <a:endParaRPr lang="en-US"/>
        </a:p>
      </dgm:t>
    </dgm:pt>
    <dgm:pt modelId="{FA230FD0-A66B-439C-8C15-FD6EE74DA2D3}" type="sibTrans" cxnId="{80407B07-18D1-4A2F-9BD3-14D6ED762F48}">
      <dgm:prSet/>
      <dgm:spPr/>
      <dgm:t>
        <a:bodyPr/>
        <a:lstStyle/>
        <a:p>
          <a:endParaRPr lang="en-US"/>
        </a:p>
      </dgm:t>
    </dgm:pt>
    <dgm:pt modelId="{3545E527-8B7E-4BAA-B410-F6CF52FFD842}">
      <dgm:prSet phldrT="[Text]"/>
      <dgm:spPr/>
      <dgm:t>
        <a:bodyPr/>
        <a:lstStyle/>
        <a:p>
          <a:r>
            <a:rPr lang="en-US" dirty="0" smtClean="0"/>
            <a:t>Login -&gt; Open Transaction -&gt; Load Data -&gt; Enter Data -&gt; Attach PDF -&gt; Complete -&gt; Repeat</a:t>
          </a:r>
          <a:endParaRPr lang="en-US" dirty="0"/>
        </a:p>
      </dgm:t>
    </dgm:pt>
    <dgm:pt modelId="{15DD8775-57AB-4FA7-920E-4E3362FF5956}">
      <dgm:prSet phldrT="[Text]"/>
      <dgm:spPr/>
      <dgm:t>
        <a:bodyPr/>
        <a:lstStyle/>
        <a:p>
          <a:r>
            <a:rPr lang="en-US" dirty="0" smtClean="0"/>
            <a:t>Automation 2 – Excel -&gt; SAP </a:t>
          </a:r>
          <a:r>
            <a:rPr lang="en-US" dirty="0" err="1" smtClean="0"/>
            <a:t>Doculink</a:t>
          </a:r>
          <a:endParaRPr lang="en-US" dirty="0"/>
        </a:p>
      </dgm:t>
    </dgm:pt>
    <dgm:pt modelId="{6F27F2D4-0070-4D0A-B30D-1D7C4DA93F82}" type="sibTrans" cxnId="{6507C267-45D2-442B-9856-A6528B1ABC13}">
      <dgm:prSet/>
      <dgm:spPr/>
      <dgm:t>
        <a:bodyPr/>
        <a:lstStyle/>
        <a:p>
          <a:endParaRPr lang="en-US"/>
        </a:p>
      </dgm:t>
    </dgm:pt>
    <dgm:pt modelId="{09407518-2C7B-493E-BED6-CC08938BA9B3}" type="parTrans" cxnId="{6507C267-45D2-442B-9856-A6528B1ABC13}">
      <dgm:prSet/>
      <dgm:spPr/>
      <dgm:t>
        <a:bodyPr/>
        <a:lstStyle/>
        <a:p>
          <a:endParaRPr lang="en-US"/>
        </a:p>
      </dgm:t>
    </dgm:pt>
    <dgm:pt modelId="{D2FC006F-4878-425C-8534-9958A1C4C999}" type="sibTrans" cxnId="{186E46C4-AF39-4B41-8529-E82656AD920B}">
      <dgm:prSet/>
      <dgm:spPr/>
      <dgm:t>
        <a:bodyPr/>
        <a:lstStyle/>
        <a:p>
          <a:endParaRPr lang="en-US"/>
        </a:p>
      </dgm:t>
    </dgm:pt>
    <dgm:pt modelId="{358B1E52-52DB-4204-847C-0F7236E3DCA1}" type="parTrans" cxnId="{186E46C4-AF39-4B41-8529-E82656AD920B}">
      <dgm:prSet/>
      <dgm:spPr/>
      <dgm:t>
        <a:bodyPr/>
        <a:lstStyle/>
        <a:p>
          <a:endParaRPr lang="en-US"/>
        </a:p>
      </dgm:t>
    </dgm:pt>
    <dgm:pt modelId="{AD53B9BE-3EEF-40FF-A0F4-60763D2D3C8A}">
      <dgm:prSet phldrT="[Text]"/>
      <dgm:spPr/>
      <dgm:t>
        <a:bodyPr/>
        <a:lstStyle/>
        <a:p>
          <a:r>
            <a:rPr lang="en-US" dirty="0" smtClean="0"/>
            <a:t>Check extracted data for anomalies</a:t>
          </a:r>
          <a:endParaRPr lang="en-US" dirty="0"/>
        </a:p>
      </dgm:t>
    </dgm:pt>
    <dgm:pt modelId="{411EE943-232E-42A7-87A4-CBEF2C1F6D51}">
      <dgm:prSet phldrT="[Text]"/>
      <dgm:spPr/>
      <dgm:t>
        <a:bodyPr/>
        <a:lstStyle/>
        <a:p>
          <a:r>
            <a:rPr lang="en-US" dirty="0" smtClean="0"/>
            <a:t>Human Verification</a:t>
          </a:r>
          <a:endParaRPr lang="en-US" dirty="0"/>
        </a:p>
      </dgm:t>
    </dgm:pt>
    <dgm:pt modelId="{801562BB-EED3-42A3-B671-CDBC23B982B8}" type="sibTrans" cxnId="{7709554A-F5A8-4B0E-A01C-C78905FF005D}">
      <dgm:prSet/>
      <dgm:spPr/>
      <dgm:t>
        <a:bodyPr/>
        <a:lstStyle/>
        <a:p>
          <a:endParaRPr lang="en-US"/>
        </a:p>
      </dgm:t>
    </dgm:pt>
    <dgm:pt modelId="{D6046D76-B4F0-4F69-9A77-8E1E085D2AEF}" type="parTrans" cxnId="{7709554A-F5A8-4B0E-A01C-C78905FF005D}">
      <dgm:prSet/>
      <dgm:spPr/>
      <dgm:t>
        <a:bodyPr/>
        <a:lstStyle/>
        <a:p>
          <a:endParaRPr lang="en-US"/>
        </a:p>
      </dgm:t>
    </dgm:pt>
    <dgm:pt modelId="{28E4A3A8-71B6-4C85-8277-413E8E4D8FF9}" type="sibTrans" cxnId="{CAD1156E-E411-4ABF-8722-93D0E8D56335}">
      <dgm:prSet/>
      <dgm:spPr/>
      <dgm:t>
        <a:bodyPr/>
        <a:lstStyle/>
        <a:p>
          <a:endParaRPr lang="en-US"/>
        </a:p>
      </dgm:t>
    </dgm:pt>
    <dgm:pt modelId="{40A3E934-769E-40C4-97A4-62401CB79FED}" type="parTrans" cxnId="{CAD1156E-E411-4ABF-8722-93D0E8D56335}">
      <dgm:prSet/>
      <dgm:spPr/>
      <dgm:t>
        <a:bodyPr/>
        <a:lstStyle/>
        <a:p>
          <a:endParaRPr lang="en-US"/>
        </a:p>
      </dgm:t>
    </dgm:pt>
    <dgm:pt modelId="{8999594D-17A4-4CEC-B537-F8B19A059E10}">
      <dgm:prSet phldrT="[Text]"/>
      <dgm:spPr/>
      <dgm:t>
        <a:bodyPr/>
        <a:lstStyle/>
        <a:p>
          <a:r>
            <a:rPr lang="en-US" dirty="0" smtClean="0"/>
            <a:t>Extract -&gt; Parse -&gt; Transform -&gt; Populate Data in Excel -&gt; Save</a:t>
          </a:r>
          <a:endParaRPr lang="en-US" dirty="0"/>
        </a:p>
      </dgm:t>
    </dgm:pt>
    <dgm:pt modelId="{E2676B78-06E9-4913-86F3-C5522F6BFEB6}">
      <dgm:prSet phldrT="[Text]"/>
      <dgm:spPr/>
      <dgm:t>
        <a:bodyPr/>
        <a:lstStyle/>
        <a:p>
          <a:r>
            <a:rPr lang="en-US" dirty="0" smtClean="0"/>
            <a:t>Automation 1 – PDF -&gt; Excel</a:t>
          </a:r>
          <a:endParaRPr lang="en-US" dirty="0"/>
        </a:p>
      </dgm:t>
    </dgm:pt>
    <dgm:pt modelId="{77D1D2B5-34FD-4664-93EC-123B280EE554}" type="sibTrans" cxnId="{A0E67009-9041-48C3-9F73-2BD600A200AB}">
      <dgm:prSet/>
      <dgm:spPr/>
      <dgm:t>
        <a:bodyPr/>
        <a:lstStyle/>
        <a:p>
          <a:endParaRPr lang="en-US"/>
        </a:p>
      </dgm:t>
    </dgm:pt>
    <dgm:pt modelId="{EC623F86-CA93-4213-A265-3B40DC0E6912}" type="parTrans" cxnId="{A0E67009-9041-48C3-9F73-2BD600A200AB}">
      <dgm:prSet/>
      <dgm:spPr/>
      <dgm:t>
        <a:bodyPr/>
        <a:lstStyle/>
        <a:p>
          <a:endParaRPr lang="en-US"/>
        </a:p>
      </dgm:t>
    </dgm:pt>
    <dgm:pt modelId="{085B08E8-C8CA-416B-9FFB-5C8D27DDDE01}" type="sibTrans" cxnId="{D68486F0-4723-4142-BCFF-3B1E76C321E3}">
      <dgm:prSet/>
      <dgm:spPr/>
      <dgm:t>
        <a:bodyPr/>
        <a:lstStyle/>
        <a:p>
          <a:endParaRPr lang="en-US"/>
        </a:p>
      </dgm:t>
    </dgm:pt>
    <dgm:pt modelId="{CF9EFBFD-0769-433A-AFFD-79FEE4ADBBFF}" type="parTrans" cxnId="{D68486F0-4723-4142-BCFF-3B1E76C321E3}">
      <dgm:prSet/>
      <dgm:spPr/>
      <dgm:t>
        <a:bodyPr/>
        <a:lstStyle/>
        <a:p>
          <a:endParaRPr lang="en-US"/>
        </a:p>
      </dgm:t>
    </dgm:pt>
    <dgm:pt modelId="{EFEBD127-66AA-4780-B730-39AB253D6B7D}">
      <dgm:prSet phldrT="[Text]"/>
      <dgm:spPr/>
      <dgm:t>
        <a:bodyPr/>
        <a:lstStyle/>
        <a:p>
          <a:r>
            <a:rPr lang="en-US" dirty="0" smtClean="0"/>
            <a:t>PDF Customer Response</a:t>
          </a:r>
          <a:endParaRPr lang="en-US" dirty="0"/>
        </a:p>
      </dgm:t>
    </dgm:pt>
    <dgm:pt modelId="{5E0BB98B-9F11-4336-A345-EC2FBE37861F}" type="sibTrans" cxnId="{0D4E81C9-4895-437D-BA51-4DCAB1857DAA}">
      <dgm:prSet/>
      <dgm:spPr/>
      <dgm:t>
        <a:bodyPr/>
        <a:lstStyle/>
        <a:p>
          <a:endParaRPr lang="en-US"/>
        </a:p>
      </dgm:t>
    </dgm:pt>
    <dgm:pt modelId="{A0AA45CB-B336-428B-9E61-656B730635F5}" type="parTrans" cxnId="{0D4E81C9-4895-437D-BA51-4DCAB1857DAA}">
      <dgm:prSet/>
      <dgm:spPr/>
      <dgm:t>
        <a:bodyPr/>
        <a:lstStyle/>
        <a:p>
          <a:endParaRPr lang="en-US"/>
        </a:p>
      </dgm:t>
    </dgm:pt>
    <dgm:pt modelId="{33844309-1186-4D38-A2D3-D8D94BC0E3BF}" type="pres">
      <dgm:prSet presAssocID="{5AE9B361-6283-4668-A1BD-335E925BF382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EA4F087-F3CF-4B09-BEAE-148583872458}" type="pres">
      <dgm:prSet presAssocID="{15DD8775-57AB-4FA7-920E-4E3362FF5956}" presName="boxAndChildren" presStyleCnt="0"/>
      <dgm:spPr/>
    </dgm:pt>
    <dgm:pt modelId="{2FF815A3-AAA5-4FBA-A6CE-745B88DF1D41}" type="pres">
      <dgm:prSet presAssocID="{15DD8775-57AB-4FA7-920E-4E3362FF5956}" presName="parentTextBox" presStyleLbl="node1" presStyleIdx="0" presStyleCnt="5"/>
      <dgm:spPr/>
      <dgm:t>
        <a:bodyPr/>
        <a:lstStyle/>
        <a:p>
          <a:endParaRPr lang="en-US"/>
        </a:p>
      </dgm:t>
    </dgm:pt>
    <dgm:pt modelId="{02FD30D0-E643-407D-9BE6-1D063FA5F0DF}" type="pres">
      <dgm:prSet presAssocID="{15DD8775-57AB-4FA7-920E-4E3362FF5956}" presName="entireBox" presStyleLbl="node1" presStyleIdx="0" presStyleCnt="5"/>
      <dgm:spPr/>
      <dgm:t>
        <a:bodyPr/>
        <a:lstStyle/>
        <a:p>
          <a:endParaRPr lang="en-US"/>
        </a:p>
      </dgm:t>
    </dgm:pt>
    <dgm:pt modelId="{5E731FCF-9D51-48EC-A89B-08709E843800}" type="pres">
      <dgm:prSet presAssocID="{15DD8775-57AB-4FA7-920E-4E3362FF5956}" presName="descendantBox" presStyleCnt="0"/>
      <dgm:spPr/>
    </dgm:pt>
    <dgm:pt modelId="{A408AFB1-6862-4ED0-B737-F9DC507E9896}" type="pres">
      <dgm:prSet presAssocID="{3545E527-8B7E-4BAA-B410-F6CF52FFD842}" presName="childTextBox" presStyleLbl="f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A092D8B-D563-4323-B7EC-7DE9D80441C9}" type="pres">
      <dgm:prSet presAssocID="{801562BB-EED3-42A3-B671-CDBC23B982B8}" presName="sp" presStyleCnt="0"/>
      <dgm:spPr/>
    </dgm:pt>
    <dgm:pt modelId="{5716517D-BAC5-4078-BDA7-376449B157AA}" type="pres">
      <dgm:prSet presAssocID="{411EE943-232E-42A7-87A4-CBEF2C1F6D51}" presName="arrowAndChildren" presStyleCnt="0"/>
      <dgm:spPr/>
    </dgm:pt>
    <dgm:pt modelId="{6983F919-1D56-4ED7-A3A4-34A568AD9DEE}" type="pres">
      <dgm:prSet presAssocID="{411EE943-232E-42A7-87A4-CBEF2C1F6D51}" presName="parentTextArrow" presStyleLbl="node1" presStyleIdx="0" presStyleCnt="5"/>
      <dgm:spPr/>
      <dgm:t>
        <a:bodyPr/>
        <a:lstStyle/>
        <a:p>
          <a:endParaRPr lang="en-US"/>
        </a:p>
      </dgm:t>
    </dgm:pt>
    <dgm:pt modelId="{FD477E20-B479-4AD1-A1F9-7B6AC262E3E8}" type="pres">
      <dgm:prSet presAssocID="{411EE943-232E-42A7-87A4-CBEF2C1F6D51}" presName="arrow" presStyleLbl="node1" presStyleIdx="1" presStyleCnt="5"/>
      <dgm:spPr/>
      <dgm:t>
        <a:bodyPr/>
        <a:lstStyle/>
        <a:p>
          <a:endParaRPr lang="en-US"/>
        </a:p>
      </dgm:t>
    </dgm:pt>
    <dgm:pt modelId="{DCEEA638-3B69-4EA4-9E6D-8C5AAEF2D91C}" type="pres">
      <dgm:prSet presAssocID="{411EE943-232E-42A7-87A4-CBEF2C1F6D51}" presName="descendantArrow" presStyleCnt="0"/>
      <dgm:spPr/>
    </dgm:pt>
    <dgm:pt modelId="{AB101AAB-90F9-4F7D-B618-01646F8E4B9F}" type="pres">
      <dgm:prSet presAssocID="{AD53B9BE-3EEF-40FF-A0F4-60763D2D3C8A}" presName="childTextArrow" presStyleLbl="f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383FAF1-E018-40B8-9BD6-D0648D674D42}" type="pres">
      <dgm:prSet presAssocID="{77D1D2B5-34FD-4664-93EC-123B280EE554}" presName="sp" presStyleCnt="0"/>
      <dgm:spPr/>
    </dgm:pt>
    <dgm:pt modelId="{1C79D4DA-CF36-4946-B384-9F304185F132}" type="pres">
      <dgm:prSet presAssocID="{E2676B78-06E9-4913-86F3-C5522F6BFEB6}" presName="arrowAndChildren" presStyleCnt="0"/>
      <dgm:spPr/>
    </dgm:pt>
    <dgm:pt modelId="{0CF59170-056C-411C-9281-0D3CD1A8BC65}" type="pres">
      <dgm:prSet presAssocID="{E2676B78-06E9-4913-86F3-C5522F6BFEB6}" presName="parentTextArrow" presStyleLbl="node1" presStyleIdx="1" presStyleCnt="5"/>
      <dgm:spPr/>
      <dgm:t>
        <a:bodyPr/>
        <a:lstStyle/>
        <a:p>
          <a:endParaRPr lang="en-US"/>
        </a:p>
      </dgm:t>
    </dgm:pt>
    <dgm:pt modelId="{8F25DF48-A734-46DF-8707-06EAA18569F0}" type="pres">
      <dgm:prSet presAssocID="{E2676B78-06E9-4913-86F3-C5522F6BFEB6}" presName="arrow" presStyleLbl="node1" presStyleIdx="2" presStyleCnt="5"/>
      <dgm:spPr/>
      <dgm:t>
        <a:bodyPr/>
        <a:lstStyle/>
        <a:p>
          <a:endParaRPr lang="en-US"/>
        </a:p>
      </dgm:t>
    </dgm:pt>
    <dgm:pt modelId="{939BA45B-C3E4-4EF9-9D39-8A3636CF2642}" type="pres">
      <dgm:prSet presAssocID="{E2676B78-06E9-4913-86F3-C5522F6BFEB6}" presName="descendantArrow" presStyleCnt="0"/>
      <dgm:spPr/>
    </dgm:pt>
    <dgm:pt modelId="{8018417B-DEC3-4E97-AF0C-8625937DE9B0}" type="pres">
      <dgm:prSet presAssocID="{8999594D-17A4-4CEC-B537-F8B19A059E10}" presName="childTextArrow" presStyleLbl="f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F4E3F0-38D3-4513-9DBC-C3573C2844BD}" type="pres">
      <dgm:prSet presAssocID="{5E0BB98B-9F11-4336-A345-EC2FBE37861F}" presName="sp" presStyleCnt="0"/>
      <dgm:spPr/>
    </dgm:pt>
    <dgm:pt modelId="{FFCA98C3-A207-49F8-9B16-3CB22E054837}" type="pres">
      <dgm:prSet presAssocID="{EFEBD127-66AA-4780-B730-39AB253D6B7D}" presName="arrowAndChildren" presStyleCnt="0"/>
      <dgm:spPr/>
    </dgm:pt>
    <dgm:pt modelId="{7774234D-8081-43DA-9B7B-38C7621D59C9}" type="pres">
      <dgm:prSet presAssocID="{EFEBD127-66AA-4780-B730-39AB253D6B7D}" presName="parentTextArrow" presStyleLbl="node1" presStyleIdx="3" presStyleCnt="5"/>
      <dgm:spPr/>
      <dgm:t>
        <a:bodyPr/>
        <a:lstStyle/>
        <a:p>
          <a:endParaRPr lang="en-US"/>
        </a:p>
      </dgm:t>
    </dgm:pt>
    <dgm:pt modelId="{E619C09A-B332-4AA5-A902-B0D890434E76}" type="pres">
      <dgm:prSet presAssocID="{FA230FD0-A66B-439C-8C15-FD6EE74DA2D3}" presName="sp" presStyleCnt="0"/>
      <dgm:spPr/>
    </dgm:pt>
    <dgm:pt modelId="{721B50C3-415E-4EFE-8D4C-6DC1093967DF}" type="pres">
      <dgm:prSet presAssocID="{FFA725FB-A94F-4873-B34D-ADD3DC9C4DAC}" presName="arrowAndChildren" presStyleCnt="0"/>
      <dgm:spPr/>
    </dgm:pt>
    <dgm:pt modelId="{41B08119-E47E-4E9B-A7F8-461F8EDEEAF0}" type="pres">
      <dgm:prSet presAssocID="{FFA725FB-A94F-4873-B34D-ADD3DC9C4DAC}" presName="parentTextArrow" presStyleLbl="node1" presStyleIdx="4" presStyleCnt="5"/>
      <dgm:spPr/>
      <dgm:t>
        <a:bodyPr/>
        <a:lstStyle/>
        <a:p>
          <a:endParaRPr lang="en-US"/>
        </a:p>
      </dgm:t>
    </dgm:pt>
  </dgm:ptLst>
  <dgm:cxnLst>
    <dgm:cxn modelId="{A39E3201-BC7E-4AE4-8EAF-C00E55D9D00A}" type="presOf" srcId="{15DD8775-57AB-4FA7-920E-4E3362FF5956}" destId="{02FD30D0-E643-407D-9BE6-1D063FA5F0DF}" srcOrd="1" destOrd="0" presId="urn:microsoft.com/office/officeart/2005/8/layout/process4"/>
    <dgm:cxn modelId="{97419731-8367-41F0-8B1E-316895D9C7AF}" type="presOf" srcId="{AD53B9BE-3EEF-40FF-A0F4-60763D2D3C8A}" destId="{AB101AAB-90F9-4F7D-B618-01646F8E4B9F}" srcOrd="0" destOrd="0" presId="urn:microsoft.com/office/officeart/2005/8/layout/process4"/>
    <dgm:cxn modelId="{186E46C4-AF39-4B41-8529-E82656AD920B}" srcId="{15DD8775-57AB-4FA7-920E-4E3362FF5956}" destId="{3545E527-8B7E-4BAA-B410-F6CF52FFD842}" srcOrd="0" destOrd="0" parTransId="{358B1E52-52DB-4204-847C-0F7236E3DCA1}" sibTransId="{D2FC006F-4878-425C-8534-9958A1C4C999}"/>
    <dgm:cxn modelId="{EBEE238D-08EB-4D66-8C90-9713297E368F}" type="presOf" srcId="{3545E527-8B7E-4BAA-B410-F6CF52FFD842}" destId="{A408AFB1-6862-4ED0-B737-F9DC507E9896}" srcOrd="0" destOrd="0" presId="urn:microsoft.com/office/officeart/2005/8/layout/process4"/>
    <dgm:cxn modelId="{0ADEA400-B112-4C1A-8BFB-D44900186D9E}" type="presOf" srcId="{E2676B78-06E9-4913-86F3-C5522F6BFEB6}" destId="{0CF59170-056C-411C-9281-0D3CD1A8BC65}" srcOrd="0" destOrd="0" presId="urn:microsoft.com/office/officeart/2005/8/layout/process4"/>
    <dgm:cxn modelId="{D602DBD7-4491-4129-81B5-6BDBCBD9F384}" type="presOf" srcId="{411EE943-232E-42A7-87A4-CBEF2C1F6D51}" destId="{6983F919-1D56-4ED7-A3A4-34A568AD9DEE}" srcOrd="0" destOrd="0" presId="urn:microsoft.com/office/officeart/2005/8/layout/process4"/>
    <dgm:cxn modelId="{6507C267-45D2-442B-9856-A6528B1ABC13}" srcId="{5AE9B361-6283-4668-A1BD-335E925BF382}" destId="{15DD8775-57AB-4FA7-920E-4E3362FF5956}" srcOrd="4" destOrd="0" parTransId="{09407518-2C7B-493E-BED6-CC08938BA9B3}" sibTransId="{6F27F2D4-0070-4D0A-B30D-1D7C4DA93F82}"/>
    <dgm:cxn modelId="{B4495556-6F38-49A3-920F-6E3A5814A22C}" type="presOf" srcId="{5AE9B361-6283-4668-A1BD-335E925BF382}" destId="{33844309-1186-4D38-A2D3-D8D94BC0E3BF}" srcOrd="0" destOrd="0" presId="urn:microsoft.com/office/officeart/2005/8/layout/process4"/>
    <dgm:cxn modelId="{BC8EA1C7-0C30-4105-A03D-156FD2BB89D2}" type="presOf" srcId="{15DD8775-57AB-4FA7-920E-4E3362FF5956}" destId="{2FF815A3-AAA5-4FBA-A6CE-745B88DF1D41}" srcOrd="0" destOrd="0" presId="urn:microsoft.com/office/officeart/2005/8/layout/process4"/>
    <dgm:cxn modelId="{9249A799-0C83-4E1B-99E6-C21D60367CD2}" type="presOf" srcId="{E2676B78-06E9-4913-86F3-C5522F6BFEB6}" destId="{8F25DF48-A734-46DF-8707-06EAA18569F0}" srcOrd="1" destOrd="0" presId="urn:microsoft.com/office/officeart/2005/8/layout/process4"/>
    <dgm:cxn modelId="{CAD1156E-E411-4ABF-8722-93D0E8D56335}" srcId="{411EE943-232E-42A7-87A4-CBEF2C1F6D51}" destId="{AD53B9BE-3EEF-40FF-A0F4-60763D2D3C8A}" srcOrd="0" destOrd="0" parTransId="{40A3E934-769E-40C4-97A4-62401CB79FED}" sibTransId="{28E4A3A8-71B6-4C85-8277-413E8E4D8FF9}"/>
    <dgm:cxn modelId="{7709554A-F5A8-4B0E-A01C-C78905FF005D}" srcId="{5AE9B361-6283-4668-A1BD-335E925BF382}" destId="{411EE943-232E-42A7-87A4-CBEF2C1F6D51}" srcOrd="3" destOrd="0" parTransId="{D6046D76-B4F0-4F69-9A77-8E1E085D2AEF}" sibTransId="{801562BB-EED3-42A3-B671-CDBC23B982B8}"/>
    <dgm:cxn modelId="{0D4E81C9-4895-437D-BA51-4DCAB1857DAA}" srcId="{5AE9B361-6283-4668-A1BD-335E925BF382}" destId="{EFEBD127-66AA-4780-B730-39AB253D6B7D}" srcOrd="1" destOrd="0" parTransId="{A0AA45CB-B336-428B-9E61-656B730635F5}" sibTransId="{5E0BB98B-9F11-4336-A345-EC2FBE37861F}"/>
    <dgm:cxn modelId="{F2C3AC13-E1F6-4B29-844F-21C7CEA781FB}" type="presOf" srcId="{411EE943-232E-42A7-87A4-CBEF2C1F6D51}" destId="{FD477E20-B479-4AD1-A1F9-7B6AC262E3E8}" srcOrd="1" destOrd="0" presId="urn:microsoft.com/office/officeart/2005/8/layout/process4"/>
    <dgm:cxn modelId="{80407B07-18D1-4A2F-9BD3-14D6ED762F48}" srcId="{5AE9B361-6283-4668-A1BD-335E925BF382}" destId="{FFA725FB-A94F-4873-B34D-ADD3DC9C4DAC}" srcOrd="0" destOrd="0" parTransId="{52AD00C5-E3CD-49B9-9946-40FDD295BFE8}" sibTransId="{FA230FD0-A66B-439C-8C15-FD6EE74DA2D3}"/>
    <dgm:cxn modelId="{A0E67009-9041-48C3-9F73-2BD600A200AB}" srcId="{5AE9B361-6283-4668-A1BD-335E925BF382}" destId="{E2676B78-06E9-4913-86F3-C5522F6BFEB6}" srcOrd="2" destOrd="0" parTransId="{EC623F86-CA93-4213-A265-3B40DC0E6912}" sibTransId="{77D1D2B5-34FD-4664-93EC-123B280EE554}"/>
    <dgm:cxn modelId="{02CE17AC-EE8F-4446-A4B9-50D503A05B0D}" type="presOf" srcId="{EFEBD127-66AA-4780-B730-39AB253D6B7D}" destId="{7774234D-8081-43DA-9B7B-38C7621D59C9}" srcOrd="0" destOrd="0" presId="urn:microsoft.com/office/officeart/2005/8/layout/process4"/>
    <dgm:cxn modelId="{C40B05BE-CD7D-49E4-9455-8A626B740CF9}" type="presOf" srcId="{FFA725FB-A94F-4873-B34D-ADD3DC9C4DAC}" destId="{41B08119-E47E-4E9B-A7F8-461F8EDEEAF0}" srcOrd="0" destOrd="0" presId="urn:microsoft.com/office/officeart/2005/8/layout/process4"/>
    <dgm:cxn modelId="{D68486F0-4723-4142-BCFF-3B1E76C321E3}" srcId="{E2676B78-06E9-4913-86F3-C5522F6BFEB6}" destId="{8999594D-17A4-4CEC-B537-F8B19A059E10}" srcOrd="0" destOrd="0" parTransId="{CF9EFBFD-0769-433A-AFFD-79FEE4ADBBFF}" sibTransId="{085B08E8-C8CA-416B-9FFB-5C8D27DDDE01}"/>
    <dgm:cxn modelId="{AB22EE1D-8D48-4059-BE82-C7395666A91E}" type="presOf" srcId="{8999594D-17A4-4CEC-B537-F8B19A059E10}" destId="{8018417B-DEC3-4E97-AF0C-8625937DE9B0}" srcOrd="0" destOrd="0" presId="urn:microsoft.com/office/officeart/2005/8/layout/process4"/>
    <dgm:cxn modelId="{BE60B9B6-8C61-4F5E-9AD2-209BEA9349D2}" type="presParOf" srcId="{33844309-1186-4D38-A2D3-D8D94BC0E3BF}" destId="{9EA4F087-F3CF-4B09-BEAE-148583872458}" srcOrd="0" destOrd="0" presId="urn:microsoft.com/office/officeart/2005/8/layout/process4"/>
    <dgm:cxn modelId="{2A3D1A71-91EA-4D16-807F-D72A9DB412ED}" type="presParOf" srcId="{9EA4F087-F3CF-4B09-BEAE-148583872458}" destId="{2FF815A3-AAA5-4FBA-A6CE-745B88DF1D41}" srcOrd="0" destOrd="0" presId="urn:microsoft.com/office/officeart/2005/8/layout/process4"/>
    <dgm:cxn modelId="{88B077D0-DD62-4BF7-A8C0-9A1B16F56AAB}" type="presParOf" srcId="{9EA4F087-F3CF-4B09-BEAE-148583872458}" destId="{02FD30D0-E643-407D-9BE6-1D063FA5F0DF}" srcOrd="1" destOrd="0" presId="urn:microsoft.com/office/officeart/2005/8/layout/process4"/>
    <dgm:cxn modelId="{CF16658A-3E51-44D6-9E40-208A70067960}" type="presParOf" srcId="{9EA4F087-F3CF-4B09-BEAE-148583872458}" destId="{5E731FCF-9D51-48EC-A89B-08709E843800}" srcOrd="2" destOrd="0" presId="urn:microsoft.com/office/officeart/2005/8/layout/process4"/>
    <dgm:cxn modelId="{EC632A84-E9A5-4416-8641-B3EE2DB2CC06}" type="presParOf" srcId="{5E731FCF-9D51-48EC-A89B-08709E843800}" destId="{A408AFB1-6862-4ED0-B737-F9DC507E9896}" srcOrd="0" destOrd="0" presId="urn:microsoft.com/office/officeart/2005/8/layout/process4"/>
    <dgm:cxn modelId="{573E2BDC-1594-41FE-8AED-62D41F616C79}" type="presParOf" srcId="{33844309-1186-4D38-A2D3-D8D94BC0E3BF}" destId="{8A092D8B-D563-4323-B7EC-7DE9D80441C9}" srcOrd="1" destOrd="0" presId="urn:microsoft.com/office/officeart/2005/8/layout/process4"/>
    <dgm:cxn modelId="{8822AE92-694D-4B66-9CF4-5E4EE25F0997}" type="presParOf" srcId="{33844309-1186-4D38-A2D3-D8D94BC0E3BF}" destId="{5716517D-BAC5-4078-BDA7-376449B157AA}" srcOrd="2" destOrd="0" presId="urn:microsoft.com/office/officeart/2005/8/layout/process4"/>
    <dgm:cxn modelId="{91E133D3-9CFC-4680-95AF-26BF076B7C70}" type="presParOf" srcId="{5716517D-BAC5-4078-BDA7-376449B157AA}" destId="{6983F919-1D56-4ED7-A3A4-34A568AD9DEE}" srcOrd="0" destOrd="0" presId="urn:microsoft.com/office/officeart/2005/8/layout/process4"/>
    <dgm:cxn modelId="{42B8F330-F869-4F55-AED9-817DC45C36EE}" type="presParOf" srcId="{5716517D-BAC5-4078-BDA7-376449B157AA}" destId="{FD477E20-B479-4AD1-A1F9-7B6AC262E3E8}" srcOrd="1" destOrd="0" presId="urn:microsoft.com/office/officeart/2005/8/layout/process4"/>
    <dgm:cxn modelId="{9ED82604-0EE3-4465-A22F-5E65A42802A7}" type="presParOf" srcId="{5716517D-BAC5-4078-BDA7-376449B157AA}" destId="{DCEEA638-3B69-4EA4-9E6D-8C5AAEF2D91C}" srcOrd="2" destOrd="0" presId="urn:microsoft.com/office/officeart/2005/8/layout/process4"/>
    <dgm:cxn modelId="{3436DFF2-436C-41F6-87F9-B55EAF43F891}" type="presParOf" srcId="{DCEEA638-3B69-4EA4-9E6D-8C5AAEF2D91C}" destId="{AB101AAB-90F9-4F7D-B618-01646F8E4B9F}" srcOrd="0" destOrd="0" presId="urn:microsoft.com/office/officeart/2005/8/layout/process4"/>
    <dgm:cxn modelId="{2E94138F-4F18-47DA-B491-621142DD2630}" type="presParOf" srcId="{33844309-1186-4D38-A2D3-D8D94BC0E3BF}" destId="{B383FAF1-E018-40B8-9BD6-D0648D674D42}" srcOrd="3" destOrd="0" presId="urn:microsoft.com/office/officeart/2005/8/layout/process4"/>
    <dgm:cxn modelId="{B1F5C240-91B5-4418-8941-23B7F92E6AA0}" type="presParOf" srcId="{33844309-1186-4D38-A2D3-D8D94BC0E3BF}" destId="{1C79D4DA-CF36-4946-B384-9F304185F132}" srcOrd="4" destOrd="0" presId="urn:microsoft.com/office/officeart/2005/8/layout/process4"/>
    <dgm:cxn modelId="{75F2A588-3F0A-405C-B3AF-3AC062003096}" type="presParOf" srcId="{1C79D4DA-CF36-4946-B384-9F304185F132}" destId="{0CF59170-056C-411C-9281-0D3CD1A8BC65}" srcOrd="0" destOrd="0" presId="urn:microsoft.com/office/officeart/2005/8/layout/process4"/>
    <dgm:cxn modelId="{ED01FF63-31B9-43C7-89DA-AEBCAD79AA2F}" type="presParOf" srcId="{1C79D4DA-CF36-4946-B384-9F304185F132}" destId="{8F25DF48-A734-46DF-8707-06EAA18569F0}" srcOrd="1" destOrd="0" presId="urn:microsoft.com/office/officeart/2005/8/layout/process4"/>
    <dgm:cxn modelId="{7AF696A4-463A-4521-BE29-8D7AA90C55C5}" type="presParOf" srcId="{1C79D4DA-CF36-4946-B384-9F304185F132}" destId="{939BA45B-C3E4-4EF9-9D39-8A3636CF2642}" srcOrd="2" destOrd="0" presId="urn:microsoft.com/office/officeart/2005/8/layout/process4"/>
    <dgm:cxn modelId="{45907B35-E5E3-4DEB-A388-D2A7F9C149A3}" type="presParOf" srcId="{939BA45B-C3E4-4EF9-9D39-8A3636CF2642}" destId="{8018417B-DEC3-4E97-AF0C-8625937DE9B0}" srcOrd="0" destOrd="0" presId="urn:microsoft.com/office/officeart/2005/8/layout/process4"/>
    <dgm:cxn modelId="{E17F9B5B-C5BC-4518-8B4A-C115C9A06FD2}" type="presParOf" srcId="{33844309-1186-4D38-A2D3-D8D94BC0E3BF}" destId="{CEF4E3F0-38D3-4513-9DBC-C3573C2844BD}" srcOrd="5" destOrd="0" presId="urn:microsoft.com/office/officeart/2005/8/layout/process4"/>
    <dgm:cxn modelId="{A6AB71C7-EE64-4781-9346-4F6F9CD13353}" type="presParOf" srcId="{33844309-1186-4D38-A2D3-D8D94BC0E3BF}" destId="{FFCA98C3-A207-49F8-9B16-3CB22E054837}" srcOrd="6" destOrd="0" presId="urn:microsoft.com/office/officeart/2005/8/layout/process4"/>
    <dgm:cxn modelId="{92D68EDE-4A08-42D5-A7CB-6AD2326C87C5}" type="presParOf" srcId="{FFCA98C3-A207-49F8-9B16-3CB22E054837}" destId="{7774234D-8081-43DA-9B7B-38C7621D59C9}" srcOrd="0" destOrd="0" presId="urn:microsoft.com/office/officeart/2005/8/layout/process4"/>
    <dgm:cxn modelId="{765C5FE8-1E73-43E8-B5F3-93313A3760CD}" type="presParOf" srcId="{33844309-1186-4D38-A2D3-D8D94BC0E3BF}" destId="{E619C09A-B332-4AA5-A902-B0D890434E76}" srcOrd="7" destOrd="0" presId="urn:microsoft.com/office/officeart/2005/8/layout/process4"/>
    <dgm:cxn modelId="{2EDC1283-869F-46F9-AE07-7ADAE23FD4AB}" type="presParOf" srcId="{33844309-1186-4D38-A2D3-D8D94BC0E3BF}" destId="{721B50C3-415E-4EFE-8D4C-6DC1093967DF}" srcOrd="8" destOrd="0" presId="urn:microsoft.com/office/officeart/2005/8/layout/process4"/>
    <dgm:cxn modelId="{20ABF928-613D-49B8-BB66-B4AD468E25AC}" type="presParOf" srcId="{721B50C3-415E-4EFE-8D4C-6DC1093967DF}" destId="{41B08119-E47E-4E9B-A7F8-461F8EDEEAF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E8AB628-973F-4A41-A840-4EB223972C06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5F3052-6037-42AE-BEC4-A8891B1B68DA}">
      <dgm:prSet/>
      <dgm:spPr/>
      <dgm:t>
        <a:bodyPr/>
        <a:lstStyle/>
        <a:p>
          <a:r>
            <a:rPr lang="en-US" dirty="0" smtClean="0"/>
            <a:t>Get PDF Files from Directory</a:t>
          </a:r>
          <a:endParaRPr lang="en-US" dirty="0"/>
        </a:p>
      </dgm:t>
    </dgm:pt>
    <dgm:pt modelId="{471B4635-3A62-4DFE-8040-65239AE23528}" type="parTrans" cxnId="{98D6B034-2EE7-4910-986E-D525CB63E39B}">
      <dgm:prSet/>
      <dgm:spPr/>
      <dgm:t>
        <a:bodyPr/>
        <a:lstStyle/>
        <a:p>
          <a:endParaRPr lang="en-US"/>
        </a:p>
      </dgm:t>
    </dgm:pt>
    <dgm:pt modelId="{6E74B02A-D36E-48FC-8199-8E9F69FA9146}" type="sibTrans" cxnId="{98D6B034-2EE7-4910-986E-D525CB63E39B}">
      <dgm:prSet/>
      <dgm:spPr/>
      <dgm:t>
        <a:bodyPr/>
        <a:lstStyle/>
        <a:p>
          <a:endParaRPr lang="en-US"/>
        </a:p>
      </dgm:t>
    </dgm:pt>
    <dgm:pt modelId="{DD1B2525-A54E-43A3-B046-FEABEF898B41}">
      <dgm:prSet/>
      <dgm:spPr/>
      <dgm:t>
        <a:bodyPr/>
        <a:lstStyle/>
        <a:p>
          <a:r>
            <a:rPr lang="en-US" dirty="0" smtClean="0"/>
            <a:t>Extract Text from PDF</a:t>
          </a:r>
          <a:endParaRPr lang="en-US" dirty="0"/>
        </a:p>
      </dgm:t>
    </dgm:pt>
    <dgm:pt modelId="{FC4A8CD8-F185-40EA-A5A2-171DC9A92B5D}" type="parTrans" cxnId="{A91FDE8D-FC37-46B8-9C66-26EE06E74F47}">
      <dgm:prSet/>
      <dgm:spPr/>
      <dgm:t>
        <a:bodyPr/>
        <a:lstStyle/>
        <a:p>
          <a:endParaRPr lang="en-US"/>
        </a:p>
      </dgm:t>
    </dgm:pt>
    <dgm:pt modelId="{66D60D66-ED8D-485F-A900-3A864AB2B3C6}" type="sibTrans" cxnId="{A91FDE8D-FC37-46B8-9C66-26EE06E74F47}">
      <dgm:prSet/>
      <dgm:spPr/>
      <dgm:t>
        <a:bodyPr/>
        <a:lstStyle/>
        <a:p>
          <a:endParaRPr lang="en-US"/>
        </a:p>
      </dgm:t>
    </dgm:pt>
    <dgm:pt modelId="{B0389B5A-03B3-4091-B092-EB60A328A1F1}">
      <dgm:prSet/>
      <dgm:spPr/>
      <dgm:t>
        <a:bodyPr/>
        <a:lstStyle/>
        <a:p>
          <a:r>
            <a:rPr lang="en-US" dirty="0" smtClean="0"/>
            <a:t>Parse ~40 Fields using Regular Expressions</a:t>
          </a:r>
          <a:endParaRPr lang="en-US" dirty="0"/>
        </a:p>
      </dgm:t>
    </dgm:pt>
    <dgm:pt modelId="{55D962CD-04F8-4147-9489-A1D5C0747B97}" type="parTrans" cxnId="{3BB78994-2836-4F55-8993-A1E9019D2715}">
      <dgm:prSet/>
      <dgm:spPr/>
      <dgm:t>
        <a:bodyPr/>
        <a:lstStyle/>
        <a:p>
          <a:endParaRPr lang="en-US"/>
        </a:p>
      </dgm:t>
    </dgm:pt>
    <dgm:pt modelId="{A5C96696-0CD5-4ED4-8518-1D14898FA6CA}" type="sibTrans" cxnId="{3BB78994-2836-4F55-8993-A1E9019D2715}">
      <dgm:prSet/>
      <dgm:spPr/>
      <dgm:t>
        <a:bodyPr/>
        <a:lstStyle/>
        <a:p>
          <a:endParaRPr lang="en-US"/>
        </a:p>
      </dgm:t>
    </dgm:pt>
    <dgm:pt modelId="{BD74115C-0DE5-4114-BC6E-AC70D1F3883D}">
      <dgm:prSet/>
      <dgm:spPr/>
      <dgm:t>
        <a:bodyPr/>
        <a:lstStyle/>
        <a:p>
          <a:r>
            <a:rPr lang="en-US" dirty="0" smtClean="0"/>
            <a:t>Clean -&gt; Format -&gt; Validate Extracted Data</a:t>
          </a:r>
          <a:endParaRPr lang="en-US" dirty="0"/>
        </a:p>
      </dgm:t>
    </dgm:pt>
    <dgm:pt modelId="{A8064EF7-1E81-4647-AF16-92170BB21296}" type="parTrans" cxnId="{E5C9970B-7EEB-46CA-9C94-66CD4232A6C6}">
      <dgm:prSet/>
      <dgm:spPr/>
      <dgm:t>
        <a:bodyPr/>
        <a:lstStyle/>
        <a:p>
          <a:endParaRPr lang="en-US"/>
        </a:p>
      </dgm:t>
    </dgm:pt>
    <dgm:pt modelId="{BC024ED2-2561-410D-A1EA-A3DC4111F18A}" type="sibTrans" cxnId="{E5C9970B-7EEB-46CA-9C94-66CD4232A6C6}">
      <dgm:prSet/>
      <dgm:spPr/>
      <dgm:t>
        <a:bodyPr/>
        <a:lstStyle/>
        <a:p>
          <a:endParaRPr lang="en-US"/>
        </a:p>
      </dgm:t>
    </dgm:pt>
    <dgm:pt modelId="{38674D54-E94F-432F-AFC9-C0230D01D2A7}">
      <dgm:prSet/>
      <dgm:spPr/>
      <dgm:t>
        <a:bodyPr/>
        <a:lstStyle/>
        <a:p>
          <a:r>
            <a:rPr lang="en-US" dirty="0" smtClean="0"/>
            <a:t>Find First Available Excel Row</a:t>
          </a:r>
          <a:endParaRPr lang="en-US" dirty="0"/>
        </a:p>
      </dgm:t>
    </dgm:pt>
    <dgm:pt modelId="{44A68399-53F0-4728-A633-1B6A9370B0BD}" type="parTrans" cxnId="{D80D5C07-6F99-4CF7-A224-6F9D947F999F}">
      <dgm:prSet/>
      <dgm:spPr/>
      <dgm:t>
        <a:bodyPr/>
        <a:lstStyle/>
        <a:p>
          <a:endParaRPr lang="en-US"/>
        </a:p>
      </dgm:t>
    </dgm:pt>
    <dgm:pt modelId="{23D3C083-40BC-4037-B54F-880B96B143AB}" type="sibTrans" cxnId="{D80D5C07-6F99-4CF7-A224-6F9D947F999F}">
      <dgm:prSet/>
      <dgm:spPr/>
      <dgm:t>
        <a:bodyPr/>
        <a:lstStyle/>
        <a:p>
          <a:endParaRPr lang="en-US"/>
        </a:p>
      </dgm:t>
    </dgm:pt>
    <dgm:pt modelId="{D47FC3A3-4EF2-4781-843D-6E3F4078FC1A}">
      <dgm:prSet/>
      <dgm:spPr/>
      <dgm:t>
        <a:bodyPr/>
        <a:lstStyle/>
        <a:p>
          <a:r>
            <a:rPr lang="en-US" dirty="0" smtClean="0"/>
            <a:t>Write Processed Data to Excel</a:t>
          </a:r>
          <a:endParaRPr lang="en-US" dirty="0"/>
        </a:p>
      </dgm:t>
    </dgm:pt>
    <dgm:pt modelId="{3069F1DE-FC9B-4BEA-9DF2-E1A65D6E9C70}" type="parTrans" cxnId="{16422754-8E1B-4E20-A036-A84B6E10C3C0}">
      <dgm:prSet/>
      <dgm:spPr/>
      <dgm:t>
        <a:bodyPr/>
        <a:lstStyle/>
        <a:p>
          <a:endParaRPr lang="en-US"/>
        </a:p>
      </dgm:t>
    </dgm:pt>
    <dgm:pt modelId="{8ECC05FA-C5FD-42F8-ADED-4F50C0A648F9}" type="sibTrans" cxnId="{16422754-8E1B-4E20-A036-A84B6E10C3C0}">
      <dgm:prSet/>
      <dgm:spPr/>
      <dgm:t>
        <a:bodyPr/>
        <a:lstStyle/>
        <a:p>
          <a:endParaRPr lang="en-US"/>
        </a:p>
      </dgm:t>
    </dgm:pt>
    <dgm:pt modelId="{FA0BAEE0-FEC4-4EE5-A846-9BCA885FDC9C}" type="pres">
      <dgm:prSet presAssocID="{AE8AB628-973F-4A41-A840-4EB223972C06}" presName="cycle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24FE82D-B475-4DC0-B314-3FBD6BBC0021}" type="pres">
      <dgm:prSet presAssocID="{165F3052-6037-42AE-BEC4-A8891B1B68DA}" presName="node" presStyleLbl="node1" presStyleIdx="0" presStyleCnt="6" custRadScaleRad="100000" custRadScaleInc="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0F4E98B-6CD1-42A0-B9D7-7B44EF463147}" type="pres">
      <dgm:prSet presAssocID="{6E74B02A-D36E-48FC-8199-8E9F69FA9146}" presName="sibTrans" presStyleLbl="sibTrans2D1" presStyleIdx="0" presStyleCnt="6"/>
      <dgm:spPr/>
      <dgm:t>
        <a:bodyPr/>
        <a:lstStyle/>
        <a:p>
          <a:endParaRPr lang="en-US"/>
        </a:p>
      </dgm:t>
    </dgm:pt>
    <dgm:pt modelId="{11C8A171-D0BF-4F4F-BF5D-2638CF72B869}" type="pres">
      <dgm:prSet presAssocID="{6E74B02A-D36E-48FC-8199-8E9F69FA9146}" presName="connectorText" presStyleLbl="sibTrans2D1" presStyleIdx="0" presStyleCnt="6"/>
      <dgm:spPr/>
      <dgm:t>
        <a:bodyPr/>
        <a:lstStyle/>
        <a:p>
          <a:endParaRPr lang="en-US"/>
        </a:p>
      </dgm:t>
    </dgm:pt>
    <dgm:pt modelId="{69FB4788-A353-4538-A98F-B0D5C5A6C776}" type="pres">
      <dgm:prSet presAssocID="{DD1B2525-A54E-43A3-B046-FEABEF898B41}" presName="node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0A7CB0D-1330-4537-8E38-7F0DE2363C34}" type="pres">
      <dgm:prSet presAssocID="{66D60D66-ED8D-485F-A900-3A864AB2B3C6}" presName="sibTrans" presStyleLbl="sibTrans2D1" presStyleIdx="1" presStyleCnt="6"/>
      <dgm:spPr/>
      <dgm:t>
        <a:bodyPr/>
        <a:lstStyle/>
        <a:p>
          <a:endParaRPr lang="en-US"/>
        </a:p>
      </dgm:t>
    </dgm:pt>
    <dgm:pt modelId="{98A29EBF-0E65-4222-9524-46923792310D}" type="pres">
      <dgm:prSet presAssocID="{66D60D66-ED8D-485F-A900-3A864AB2B3C6}" presName="connectorText" presStyleLbl="sibTrans2D1" presStyleIdx="1" presStyleCnt="6"/>
      <dgm:spPr/>
      <dgm:t>
        <a:bodyPr/>
        <a:lstStyle/>
        <a:p>
          <a:endParaRPr lang="en-US"/>
        </a:p>
      </dgm:t>
    </dgm:pt>
    <dgm:pt modelId="{EB6911E0-2609-42C2-8BC7-59D9DDBE941B}" type="pres">
      <dgm:prSet presAssocID="{B0389B5A-03B3-4091-B092-EB60A328A1F1}" presName="node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F9C18F-C9C7-4A56-A042-20EDEEC19429}" type="pres">
      <dgm:prSet presAssocID="{A5C96696-0CD5-4ED4-8518-1D14898FA6CA}" presName="sibTrans" presStyleLbl="sibTrans2D1" presStyleIdx="2" presStyleCnt="6"/>
      <dgm:spPr/>
      <dgm:t>
        <a:bodyPr/>
        <a:lstStyle/>
        <a:p>
          <a:endParaRPr lang="en-US"/>
        </a:p>
      </dgm:t>
    </dgm:pt>
    <dgm:pt modelId="{2E53B34C-F80A-4F35-9125-CB067647480D}" type="pres">
      <dgm:prSet presAssocID="{A5C96696-0CD5-4ED4-8518-1D14898FA6CA}" presName="connectorText" presStyleLbl="sibTrans2D1" presStyleIdx="2" presStyleCnt="6"/>
      <dgm:spPr/>
      <dgm:t>
        <a:bodyPr/>
        <a:lstStyle/>
        <a:p>
          <a:endParaRPr lang="en-US"/>
        </a:p>
      </dgm:t>
    </dgm:pt>
    <dgm:pt modelId="{295862C6-7A7C-4EA7-886E-9FE35617AC48}" type="pres">
      <dgm:prSet presAssocID="{BD74115C-0DE5-4114-BC6E-AC70D1F3883D}" presName="node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1C06D24-1C70-427F-9BAF-6A68B27677E6}" type="pres">
      <dgm:prSet presAssocID="{BC024ED2-2561-410D-A1EA-A3DC4111F18A}" presName="sibTrans" presStyleLbl="sibTrans2D1" presStyleIdx="3" presStyleCnt="6"/>
      <dgm:spPr/>
      <dgm:t>
        <a:bodyPr/>
        <a:lstStyle/>
        <a:p>
          <a:endParaRPr lang="en-US"/>
        </a:p>
      </dgm:t>
    </dgm:pt>
    <dgm:pt modelId="{49A9569E-ADB5-4C37-9E5E-990F1B007C04}" type="pres">
      <dgm:prSet presAssocID="{BC024ED2-2561-410D-A1EA-A3DC4111F18A}" presName="connectorText" presStyleLbl="sibTrans2D1" presStyleIdx="3" presStyleCnt="6"/>
      <dgm:spPr/>
      <dgm:t>
        <a:bodyPr/>
        <a:lstStyle/>
        <a:p>
          <a:endParaRPr lang="en-US"/>
        </a:p>
      </dgm:t>
    </dgm:pt>
    <dgm:pt modelId="{4A72F791-AC86-4776-A827-3D320502557A}" type="pres">
      <dgm:prSet presAssocID="{38674D54-E94F-432F-AFC9-C0230D01D2A7}" presName="node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94906B-83D6-499C-AC15-E83C28B6B471}" type="pres">
      <dgm:prSet presAssocID="{23D3C083-40BC-4037-B54F-880B96B143AB}" presName="sibTrans" presStyleLbl="sibTrans2D1" presStyleIdx="4" presStyleCnt="6"/>
      <dgm:spPr/>
      <dgm:t>
        <a:bodyPr/>
        <a:lstStyle/>
        <a:p>
          <a:endParaRPr lang="en-US"/>
        </a:p>
      </dgm:t>
    </dgm:pt>
    <dgm:pt modelId="{A79E47DA-791A-4630-8B03-55498BDED34A}" type="pres">
      <dgm:prSet presAssocID="{23D3C083-40BC-4037-B54F-880B96B143AB}" presName="connectorText" presStyleLbl="sibTrans2D1" presStyleIdx="4" presStyleCnt="6"/>
      <dgm:spPr/>
      <dgm:t>
        <a:bodyPr/>
        <a:lstStyle/>
        <a:p>
          <a:endParaRPr lang="en-US"/>
        </a:p>
      </dgm:t>
    </dgm:pt>
    <dgm:pt modelId="{4789AC00-7F61-4794-96AC-3B4AB85D30D1}" type="pres">
      <dgm:prSet presAssocID="{D47FC3A3-4EF2-4781-843D-6E3F4078FC1A}" presName="node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83E9D56-8EAB-466A-9751-BBFF9EF88C39}" type="pres">
      <dgm:prSet presAssocID="{8ECC05FA-C5FD-42F8-ADED-4F50C0A648F9}" presName="sibTrans" presStyleLbl="sibTrans2D1" presStyleIdx="5" presStyleCnt="6"/>
      <dgm:spPr/>
      <dgm:t>
        <a:bodyPr/>
        <a:lstStyle/>
        <a:p>
          <a:endParaRPr lang="en-US"/>
        </a:p>
      </dgm:t>
    </dgm:pt>
    <dgm:pt modelId="{3E4679CE-E82A-4213-BCE3-BCEDEB2E7661}" type="pres">
      <dgm:prSet presAssocID="{8ECC05FA-C5FD-42F8-ADED-4F50C0A648F9}" presName="connectorText" presStyleLbl="sibTrans2D1" presStyleIdx="5" presStyleCnt="6"/>
      <dgm:spPr/>
      <dgm:t>
        <a:bodyPr/>
        <a:lstStyle/>
        <a:p>
          <a:endParaRPr lang="en-US"/>
        </a:p>
      </dgm:t>
    </dgm:pt>
  </dgm:ptLst>
  <dgm:cxnLst>
    <dgm:cxn modelId="{C6A381E9-2998-4023-B6F2-5063512A951B}" type="presOf" srcId="{A5C96696-0CD5-4ED4-8518-1D14898FA6CA}" destId="{85F9C18F-C9C7-4A56-A042-20EDEEC19429}" srcOrd="0" destOrd="0" presId="urn:microsoft.com/office/officeart/2005/8/layout/cycle2"/>
    <dgm:cxn modelId="{A27EAC0F-F132-4A7C-BA15-6BFBA08762EB}" type="presOf" srcId="{BC024ED2-2561-410D-A1EA-A3DC4111F18A}" destId="{E1C06D24-1C70-427F-9BAF-6A68B27677E6}" srcOrd="0" destOrd="0" presId="urn:microsoft.com/office/officeart/2005/8/layout/cycle2"/>
    <dgm:cxn modelId="{91805C69-25EF-46A5-9602-4C8851C8069A}" type="presOf" srcId="{23D3C083-40BC-4037-B54F-880B96B143AB}" destId="{0894906B-83D6-499C-AC15-E83C28B6B471}" srcOrd="0" destOrd="0" presId="urn:microsoft.com/office/officeart/2005/8/layout/cycle2"/>
    <dgm:cxn modelId="{0929CD83-2A7E-4CA3-A7E3-D9E24275087E}" type="presOf" srcId="{66D60D66-ED8D-485F-A900-3A864AB2B3C6}" destId="{B0A7CB0D-1330-4537-8E38-7F0DE2363C34}" srcOrd="0" destOrd="0" presId="urn:microsoft.com/office/officeart/2005/8/layout/cycle2"/>
    <dgm:cxn modelId="{2CB6EF34-E4D5-4FE9-8675-8CFD9930B656}" type="presOf" srcId="{BC024ED2-2561-410D-A1EA-A3DC4111F18A}" destId="{49A9569E-ADB5-4C37-9E5E-990F1B007C04}" srcOrd="1" destOrd="0" presId="urn:microsoft.com/office/officeart/2005/8/layout/cycle2"/>
    <dgm:cxn modelId="{E5C9970B-7EEB-46CA-9C94-66CD4232A6C6}" srcId="{AE8AB628-973F-4A41-A840-4EB223972C06}" destId="{BD74115C-0DE5-4114-BC6E-AC70D1F3883D}" srcOrd="3" destOrd="0" parTransId="{A8064EF7-1E81-4647-AF16-92170BB21296}" sibTransId="{BC024ED2-2561-410D-A1EA-A3DC4111F18A}"/>
    <dgm:cxn modelId="{D1D10E98-7C58-4F2E-B050-99972BC9E057}" type="presOf" srcId="{8ECC05FA-C5FD-42F8-ADED-4F50C0A648F9}" destId="{C83E9D56-8EAB-466A-9751-BBFF9EF88C39}" srcOrd="0" destOrd="0" presId="urn:microsoft.com/office/officeart/2005/8/layout/cycle2"/>
    <dgm:cxn modelId="{A49B0C20-3517-475C-B1B5-F97B7C897593}" type="presOf" srcId="{D47FC3A3-4EF2-4781-843D-6E3F4078FC1A}" destId="{4789AC00-7F61-4794-96AC-3B4AB85D30D1}" srcOrd="0" destOrd="0" presId="urn:microsoft.com/office/officeart/2005/8/layout/cycle2"/>
    <dgm:cxn modelId="{CB0CECD4-F34A-4F7B-A30E-311C3F0D74F1}" type="presOf" srcId="{BD74115C-0DE5-4114-BC6E-AC70D1F3883D}" destId="{295862C6-7A7C-4EA7-886E-9FE35617AC48}" srcOrd="0" destOrd="0" presId="urn:microsoft.com/office/officeart/2005/8/layout/cycle2"/>
    <dgm:cxn modelId="{0B9BBFD8-1E89-4D48-85B4-32274A8E997E}" type="presOf" srcId="{38674D54-E94F-432F-AFC9-C0230D01D2A7}" destId="{4A72F791-AC86-4776-A827-3D320502557A}" srcOrd="0" destOrd="0" presId="urn:microsoft.com/office/officeart/2005/8/layout/cycle2"/>
    <dgm:cxn modelId="{EC822F2F-2875-4D72-8073-C40F6B10A628}" type="presOf" srcId="{DD1B2525-A54E-43A3-B046-FEABEF898B41}" destId="{69FB4788-A353-4538-A98F-B0D5C5A6C776}" srcOrd="0" destOrd="0" presId="urn:microsoft.com/office/officeart/2005/8/layout/cycle2"/>
    <dgm:cxn modelId="{5348970D-0C1E-4EC4-BC1D-276E157BFC92}" type="presOf" srcId="{8ECC05FA-C5FD-42F8-ADED-4F50C0A648F9}" destId="{3E4679CE-E82A-4213-BCE3-BCEDEB2E7661}" srcOrd="1" destOrd="0" presId="urn:microsoft.com/office/officeart/2005/8/layout/cycle2"/>
    <dgm:cxn modelId="{98D6B034-2EE7-4910-986E-D525CB63E39B}" srcId="{AE8AB628-973F-4A41-A840-4EB223972C06}" destId="{165F3052-6037-42AE-BEC4-A8891B1B68DA}" srcOrd="0" destOrd="0" parTransId="{471B4635-3A62-4DFE-8040-65239AE23528}" sibTransId="{6E74B02A-D36E-48FC-8199-8E9F69FA9146}"/>
    <dgm:cxn modelId="{03DCA15C-402F-4C53-9C17-0090193529E7}" type="presOf" srcId="{165F3052-6037-42AE-BEC4-A8891B1B68DA}" destId="{524FE82D-B475-4DC0-B314-3FBD6BBC0021}" srcOrd="0" destOrd="0" presId="urn:microsoft.com/office/officeart/2005/8/layout/cycle2"/>
    <dgm:cxn modelId="{16422754-8E1B-4E20-A036-A84B6E10C3C0}" srcId="{AE8AB628-973F-4A41-A840-4EB223972C06}" destId="{D47FC3A3-4EF2-4781-843D-6E3F4078FC1A}" srcOrd="5" destOrd="0" parTransId="{3069F1DE-FC9B-4BEA-9DF2-E1A65D6E9C70}" sibTransId="{8ECC05FA-C5FD-42F8-ADED-4F50C0A648F9}"/>
    <dgm:cxn modelId="{6FC2ACFF-B2E0-4501-B34F-5D9C0CF1E13D}" type="presOf" srcId="{B0389B5A-03B3-4091-B092-EB60A328A1F1}" destId="{EB6911E0-2609-42C2-8BC7-59D9DDBE941B}" srcOrd="0" destOrd="0" presId="urn:microsoft.com/office/officeart/2005/8/layout/cycle2"/>
    <dgm:cxn modelId="{06B86040-EEAE-49E8-ACE7-56E3B35D51D2}" type="presOf" srcId="{6E74B02A-D36E-48FC-8199-8E9F69FA9146}" destId="{C0F4E98B-6CD1-42A0-B9D7-7B44EF463147}" srcOrd="0" destOrd="0" presId="urn:microsoft.com/office/officeart/2005/8/layout/cycle2"/>
    <dgm:cxn modelId="{8F80E1EA-42C1-4930-8D89-5220A452F79A}" type="presOf" srcId="{AE8AB628-973F-4A41-A840-4EB223972C06}" destId="{FA0BAEE0-FEC4-4EE5-A846-9BCA885FDC9C}" srcOrd="0" destOrd="0" presId="urn:microsoft.com/office/officeart/2005/8/layout/cycle2"/>
    <dgm:cxn modelId="{A91FDE8D-FC37-46B8-9C66-26EE06E74F47}" srcId="{AE8AB628-973F-4A41-A840-4EB223972C06}" destId="{DD1B2525-A54E-43A3-B046-FEABEF898B41}" srcOrd="1" destOrd="0" parTransId="{FC4A8CD8-F185-40EA-A5A2-171DC9A92B5D}" sibTransId="{66D60D66-ED8D-485F-A900-3A864AB2B3C6}"/>
    <dgm:cxn modelId="{E3567EAC-D21B-493C-974B-883FD03E1201}" type="presOf" srcId="{6E74B02A-D36E-48FC-8199-8E9F69FA9146}" destId="{11C8A171-D0BF-4F4F-BF5D-2638CF72B869}" srcOrd="1" destOrd="0" presId="urn:microsoft.com/office/officeart/2005/8/layout/cycle2"/>
    <dgm:cxn modelId="{D80D5C07-6F99-4CF7-A224-6F9D947F999F}" srcId="{AE8AB628-973F-4A41-A840-4EB223972C06}" destId="{38674D54-E94F-432F-AFC9-C0230D01D2A7}" srcOrd="4" destOrd="0" parTransId="{44A68399-53F0-4728-A633-1B6A9370B0BD}" sibTransId="{23D3C083-40BC-4037-B54F-880B96B143AB}"/>
    <dgm:cxn modelId="{23A3114E-63E5-4EC3-816D-239B789C7391}" type="presOf" srcId="{A5C96696-0CD5-4ED4-8518-1D14898FA6CA}" destId="{2E53B34C-F80A-4F35-9125-CB067647480D}" srcOrd="1" destOrd="0" presId="urn:microsoft.com/office/officeart/2005/8/layout/cycle2"/>
    <dgm:cxn modelId="{FE991366-16AB-4A2F-8D75-27D8C0307E5C}" type="presOf" srcId="{23D3C083-40BC-4037-B54F-880B96B143AB}" destId="{A79E47DA-791A-4630-8B03-55498BDED34A}" srcOrd="1" destOrd="0" presId="urn:microsoft.com/office/officeart/2005/8/layout/cycle2"/>
    <dgm:cxn modelId="{9AC8847E-E2E9-4B06-8716-5E7D6F7D55E9}" type="presOf" srcId="{66D60D66-ED8D-485F-A900-3A864AB2B3C6}" destId="{98A29EBF-0E65-4222-9524-46923792310D}" srcOrd="1" destOrd="0" presId="urn:microsoft.com/office/officeart/2005/8/layout/cycle2"/>
    <dgm:cxn modelId="{3BB78994-2836-4F55-8993-A1E9019D2715}" srcId="{AE8AB628-973F-4A41-A840-4EB223972C06}" destId="{B0389B5A-03B3-4091-B092-EB60A328A1F1}" srcOrd="2" destOrd="0" parTransId="{55D962CD-04F8-4147-9489-A1D5C0747B97}" sibTransId="{A5C96696-0CD5-4ED4-8518-1D14898FA6CA}"/>
    <dgm:cxn modelId="{EDAA6BB0-A45D-4E0A-A850-334B9AFD35DC}" type="presParOf" srcId="{FA0BAEE0-FEC4-4EE5-A846-9BCA885FDC9C}" destId="{524FE82D-B475-4DC0-B314-3FBD6BBC0021}" srcOrd="0" destOrd="0" presId="urn:microsoft.com/office/officeart/2005/8/layout/cycle2"/>
    <dgm:cxn modelId="{250D5978-AE58-405D-B67C-27FB76319DAC}" type="presParOf" srcId="{FA0BAEE0-FEC4-4EE5-A846-9BCA885FDC9C}" destId="{C0F4E98B-6CD1-42A0-B9D7-7B44EF463147}" srcOrd="1" destOrd="0" presId="urn:microsoft.com/office/officeart/2005/8/layout/cycle2"/>
    <dgm:cxn modelId="{5088944F-24FC-4467-93ED-57AEAFEFF383}" type="presParOf" srcId="{C0F4E98B-6CD1-42A0-B9D7-7B44EF463147}" destId="{11C8A171-D0BF-4F4F-BF5D-2638CF72B869}" srcOrd="0" destOrd="0" presId="urn:microsoft.com/office/officeart/2005/8/layout/cycle2"/>
    <dgm:cxn modelId="{CC835041-0C90-493C-A259-4153AE37C506}" type="presParOf" srcId="{FA0BAEE0-FEC4-4EE5-A846-9BCA885FDC9C}" destId="{69FB4788-A353-4538-A98F-B0D5C5A6C776}" srcOrd="2" destOrd="0" presId="urn:microsoft.com/office/officeart/2005/8/layout/cycle2"/>
    <dgm:cxn modelId="{893D8358-D912-4EFA-98E6-CFB5C167E146}" type="presParOf" srcId="{FA0BAEE0-FEC4-4EE5-A846-9BCA885FDC9C}" destId="{B0A7CB0D-1330-4537-8E38-7F0DE2363C34}" srcOrd="3" destOrd="0" presId="urn:microsoft.com/office/officeart/2005/8/layout/cycle2"/>
    <dgm:cxn modelId="{959A2E88-98E4-4EBF-BA3D-FB3F484BA2E4}" type="presParOf" srcId="{B0A7CB0D-1330-4537-8E38-7F0DE2363C34}" destId="{98A29EBF-0E65-4222-9524-46923792310D}" srcOrd="0" destOrd="0" presId="urn:microsoft.com/office/officeart/2005/8/layout/cycle2"/>
    <dgm:cxn modelId="{D8CE5597-AE03-495A-8C61-8834AB9B7E65}" type="presParOf" srcId="{FA0BAEE0-FEC4-4EE5-A846-9BCA885FDC9C}" destId="{EB6911E0-2609-42C2-8BC7-59D9DDBE941B}" srcOrd="4" destOrd="0" presId="urn:microsoft.com/office/officeart/2005/8/layout/cycle2"/>
    <dgm:cxn modelId="{C3BF863C-F683-4E21-AF66-0BD6C89FB3DB}" type="presParOf" srcId="{FA0BAEE0-FEC4-4EE5-A846-9BCA885FDC9C}" destId="{85F9C18F-C9C7-4A56-A042-20EDEEC19429}" srcOrd="5" destOrd="0" presId="urn:microsoft.com/office/officeart/2005/8/layout/cycle2"/>
    <dgm:cxn modelId="{82036FA3-359E-4E6D-8AB1-9444870D844E}" type="presParOf" srcId="{85F9C18F-C9C7-4A56-A042-20EDEEC19429}" destId="{2E53B34C-F80A-4F35-9125-CB067647480D}" srcOrd="0" destOrd="0" presId="urn:microsoft.com/office/officeart/2005/8/layout/cycle2"/>
    <dgm:cxn modelId="{346E0636-08E5-41B0-B5BE-9AF39665EFD5}" type="presParOf" srcId="{FA0BAEE0-FEC4-4EE5-A846-9BCA885FDC9C}" destId="{295862C6-7A7C-4EA7-886E-9FE35617AC48}" srcOrd="6" destOrd="0" presId="urn:microsoft.com/office/officeart/2005/8/layout/cycle2"/>
    <dgm:cxn modelId="{C24698DF-D14E-4DD7-9BF5-A3C474DD1735}" type="presParOf" srcId="{FA0BAEE0-FEC4-4EE5-A846-9BCA885FDC9C}" destId="{E1C06D24-1C70-427F-9BAF-6A68B27677E6}" srcOrd="7" destOrd="0" presId="urn:microsoft.com/office/officeart/2005/8/layout/cycle2"/>
    <dgm:cxn modelId="{8F08304A-89B1-4AB9-86D7-5598EB2E1426}" type="presParOf" srcId="{E1C06D24-1C70-427F-9BAF-6A68B27677E6}" destId="{49A9569E-ADB5-4C37-9E5E-990F1B007C04}" srcOrd="0" destOrd="0" presId="urn:microsoft.com/office/officeart/2005/8/layout/cycle2"/>
    <dgm:cxn modelId="{CD52909D-0F78-4059-A076-148C725B9F53}" type="presParOf" srcId="{FA0BAEE0-FEC4-4EE5-A846-9BCA885FDC9C}" destId="{4A72F791-AC86-4776-A827-3D320502557A}" srcOrd="8" destOrd="0" presId="urn:microsoft.com/office/officeart/2005/8/layout/cycle2"/>
    <dgm:cxn modelId="{9DC70CA1-6974-4D93-9F69-2C7ECC5073C5}" type="presParOf" srcId="{FA0BAEE0-FEC4-4EE5-A846-9BCA885FDC9C}" destId="{0894906B-83D6-499C-AC15-E83C28B6B471}" srcOrd="9" destOrd="0" presId="urn:microsoft.com/office/officeart/2005/8/layout/cycle2"/>
    <dgm:cxn modelId="{50175E07-0108-446A-B5E4-801925129817}" type="presParOf" srcId="{0894906B-83D6-499C-AC15-E83C28B6B471}" destId="{A79E47DA-791A-4630-8B03-55498BDED34A}" srcOrd="0" destOrd="0" presId="urn:microsoft.com/office/officeart/2005/8/layout/cycle2"/>
    <dgm:cxn modelId="{2A241EFC-B5EB-47FB-B2EE-A94B4D5ABDFD}" type="presParOf" srcId="{FA0BAEE0-FEC4-4EE5-A846-9BCA885FDC9C}" destId="{4789AC00-7F61-4794-96AC-3B4AB85D30D1}" srcOrd="10" destOrd="0" presId="urn:microsoft.com/office/officeart/2005/8/layout/cycle2"/>
    <dgm:cxn modelId="{17E0AF73-9BD5-4230-B65C-65998E72FD02}" type="presParOf" srcId="{FA0BAEE0-FEC4-4EE5-A846-9BCA885FDC9C}" destId="{C83E9D56-8EAB-466A-9751-BBFF9EF88C39}" srcOrd="11" destOrd="0" presId="urn:microsoft.com/office/officeart/2005/8/layout/cycle2"/>
    <dgm:cxn modelId="{8E24DCA4-927F-4BE1-9FE6-916AF7BE074D}" type="presParOf" srcId="{C83E9D56-8EAB-466A-9751-BBFF9EF88C39}" destId="{3E4679CE-E82A-4213-BCE3-BCEDEB2E7661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9F666BD-E23E-41E9-9849-038A04BC79C7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3EC5DE5F-DFF1-4928-8252-893AA994CBBE}">
      <dgm:prSet phldrT="[Text]"/>
      <dgm:spPr/>
      <dgm:t>
        <a:bodyPr/>
        <a:lstStyle/>
        <a:p>
          <a:r>
            <a:rPr lang="en-US" dirty="0" smtClean="0"/>
            <a:t>Automation 1</a:t>
          </a:r>
          <a:endParaRPr lang="en-US" dirty="0"/>
        </a:p>
      </dgm:t>
    </dgm:pt>
    <dgm:pt modelId="{AF93275E-4A22-4DB2-8EA8-F902F887C3DF}" type="parTrans" cxnId="{4CF1ED95-3C5A-4A7A-998F-4860996B378A}">
      <dgm:prSet/>
      <dgm:spPr/>
      <dgm:t>
        <a:bodyPr/>
        <a:lstStyle/>
        <a:p>
          <a:endParaRPr lang="en-US"/>
        </a:p>
      </dgm:t>
    </dgm:pt>
    <dgm:pt modelId="{92914687-4FD5-4E6F-8C22-A1E9DEF7FA6B}" type="sibTrans" cxnId="{4CF1ED95-3C5A-4A7A-998F-4860996B378A}">
      <dgm:prSet/>
      <dgm:spPr/>
      <dgm:t>
        <a:bodyPr/>
        <a:lstStyle/>
        <a:p>
          <a:endParaRPr lang="en-US"/>
        </a:p>
      </dgm:t>
    </dgm:pt>
    <dgm:pt modelId="{2D73F23B-7DFA-468F-BBDA-48C6D929CC58}">
      <dgm:prSet phldrT="[Text]"/>
      <dgm:spPr/>
      <dgm:t>
        <a:bodyPr/>
        <a:lstStyle/>
        <a:p>
          <a:r>
            <a:rPr lang="en-US" dirty="0" smtClean="0"/>
            <a:t>Human Verification</a:t>
          </a:r>
          <a:endParaRPr lang="en-US" dirty="0"/>
        </a:p>
      </dgm:t>
    </dgm:pt>
    <dgm:pt modelId="{63CFA77A-B49A-4B21-837F-0E285DF6EE76}" type="parTrans" cxnId="{04B4B68E-2AF2-45D3-9888-471236F67E83}">
      <dgm:prSet/>
      <dgm:spPr/>
      <dgm:t>
        <a:bodyPr/>
        <a:lstStyle/>
        <a:p>
          <a:endParaRPr lang="en-US"/>
        </a:p>
      </dgm:t>
    </dgm:pt>
    <dgm:pt modelId="{723752D4-E041-4D5B-8795-41E58563FD0F}" type="sibTrans" cxnId="{04B4B68E-2AF2-45D3-9888-471236F67E83}">
      <dgm:prSet/>
      <dgm:spPr/>
      <dgm:t>
        <a:bodyPr/>
        <a:lstStyle/>
        <a:p>
          <a:endParaRPr lang="en-US"/>
        </a:p>
      </dgm:t>
    </dgm:pt>
    <dgm:pt modelId="{13B6F8A5-B2DA-4BA9-806C-949DB11113CA}">
      <dgm:prSet phldrT="[Text]"/>
      <dgm:spPr/>
      <dgm:t>
        <a:bodyPr/>
        <a:lstStyle/>
        <a:p>
          <a:r>
            <a:rPr lang="en-US" dirty="0" smtClean="0"/>
            <a:t>Automation 2</a:t>
          </a:r>
          <a:endParaRPr lang="en-US" dirty="0"/>
        </a:p>
      </dgm:t>
    </dgm:pt>
    <dgm:pt modelId="{7F8A264B-31FC-484D-B28D-958804EC1B27}" type="parTrans" cxnId="{79042ABD-EF9E-4604-B757-8EEFDC2FEABE}">
      <dgm:prSet/>
      <dgm:spPr/>
      <dgm:t>
        <a:bodyPr/>
        <a:lstStyle/>
        <a:p>
          <a:endParaRPr lang="en-US"/>
        </a:p>
      </dgm:t>
    </dgm:pt>
    <dgm:pt modelId="{B4868CE8-57BC-4A2A-8816-F7FFBEFC910D}" type="sibTrans" cxnId="{79042ABD-EF9E-4604-B757-8EEFDC2FEABE}">
      <dgm:prSet/>
      <dgm:spPr/>
      <dgm:t>
        <a:bodyPr/>
        <a:lstStyle/>
        <a:p>
          <a:endParaRPr lang="en-US"/>
        </a:p>
      </dgm:t>
    </dgm:pt>
    <dgm:pt modelId="{F29616B8-5DE6-4317-8346-FE1F4454AFCB}" type="pres">
      <dgm:prSet presAssocID="{A9F666BD-E23E-41E9-9849-038A04BC79C7}" presName="Name0" presStyleCnt="0">
        <dgm:presLayoutVars>
          <dgm:dir/>
          <dgm:animLvl val="lvl"/>
          <dgm:resizeHandles val="exact"/>
        </dgm:presLayoutVars>
      </dgm:prSet>
      <dgm:spPr/>
    </dgm:pt>
    <dgm:pt modelId="{9D845D7A-C98A-41C3-80FC-0BEEDBD8ADEF}" type="pres">
      <dgm:prSet presAssocID="{3EC5DE5F-DFF1-4928-8252-893AA994CBBE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AC5E566-5954-4B9D-B572-18E7296B1557}" type="pres">
      <dgm:prSet presAssocID="{92914687-4FD5-4E6F-8C22-A1E9DEF7FA6B}" presName="parTxOnlySpace" presStyleCnt="0"/>
      <dgm:spPr/>
    </dgm:pt>
    <dgm:pt modelId="{4702CAA2-4184-4619-B937-2FEF41B6218C}" type="pres">
      <dgm:prSet presAssocID="{2D73F23B-7DFA-468F-BBDA-48C6D929CC58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AD0BE9D-0A4A-4347-8FAF-AE0F96192228}" type="pres">
      <dgm:prSet presAssocID="{723752D4-E041-4D5B-8795-41E58563FD0F}" presName="parTxOnlySpace" presStyleCnt="0"/>
      <dgm:spPr/>
    </dgm:pt>
    <dgm:pt modelId="{BFC15E02-BEB2-4882-A158-46E4EA60CB78}" type="pres">
      <dgm:prSet presAssocID="{13B6F8A5-B2DA-4BA9-806C-949DB11113CA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1F556C9-D3BF-4E8C-A46E-F21CB7FA0F43}" type="presOf" srcId="{3EC5DE5F-DFF1-4928-8252-893AA994CBBE}" destId="{9D845D7A-C98A-41C3-80FC-0BEEDBD8ADEF}" srcOrd="0" destOrd="0" presId="urn:microsoft.com/office/officeart/2005/8/layout/chevron1"/>
    <dgm:cxn modelId="{5B9E870E-E745-4350-9E6D-763B21DC7EE6}" type="presOf" srcId="{2D73F23B-7DFA-468F-BBDA-48C6D929CC58}" destId="{4702CAA2-4184-4619-B937-2FEF41B6218C}" srcOrd="0" destOrd="0" presId="urn:microsoft.com/office/officeart/2005/8/layout/chevron1"/>
    <dgm:cxn modelId="{79042ABD-EF9E-4604-B757-8EEFDC2FEABE}" srcId="{A9F666BD-E23E-41E9-9849-038A04BC79C7}" destId="{13B6F8A5-B2DA-4BA9-806C-949DB11113CA}" srcOrd="2" destOrd="0" parTransId="{7F8A264B-31FC-484D-B28D-958804EC1B27}" sibTransId="{B4868CE8-57BC-4A2A-8816-F7FFBEFC910D}"/>
    <dgm:cxn modelId="{B5C77336-A7E1-4AA9-9531-6805C7C01BC1}" type="presOf" srcId="{13B6F8A5-B2DA-4BA9-806C-949DB11113CA}" destId="{BFC15E02-BEB2-4882-A158-46E4EA60CB78}" srcOrd="0" destOrd="0" presId="urn:microsoft.com/office/officeart/2005/8/layout/chevron1"/>
    <dgm:cxn modelId="{04B4B68E-2AF2-45D3-9888-471236F67E83}" srcId="{A9F666BD-E23E-41E9-9849-038A04BC79C7}" destId="{2D73F23B-7DFA-468F-BBDA-48C6D929CC58}" srcOrd="1" destOrd="0" parTransId="{63CFA77A-B49A-4B21-837F-0E285DF6EE76}" sibTransId="{723752D4-E041-4D5B-8795-41E58563FD0F}"/>
    <dgm:cxn modelId="{4CF1ED95-3C5A-4A7A-998F-4860996B378A}" srcId="{A9F666BD-E23E-41E9-9849-038A04BC79C7}" destId="{3EC5DE5F-DFF1-4928-8252-893AA994CBBE}" srcOrd="0" destOrd="0" parTransId="{AF93275E-4A22-4DB2-8EA8-F902F887C3DF}" sibTransId="{92914687-4FD5-4E6F-8C22-A1E9DEF7FA6B}"/>
    <dgm:cxn modelId="{C4C767C8-9A45-4F8A-AD6C-E5B6E9EAA5F7}" type="presOf" srcId="{A9F666BD-E23E-41E9-9849-038A04BC79C7}" destId="{F29616B8-5DE6-4317-8346-FE1F4454AFCB}" srcOrd="0" destOrd="0" presId="urn:microsoft.com/office/officeart/2005/8/layout/chevron1"/>
    <dgm:cxn modelId="{B5F36D4E-4910-42E4-B6EE-BCF69B828AEC}" type="presParOf" srcId="{F29616B8-5DE6-4317-8346-FE1F4454AFCB}" destId="{9D845D7A-C98A-41C3-80FC-0BEEDBD8ADEF}" srcOrd="0" destOrd="0" presId="urn:microsoft.com/office/officeart/2005/8/layout/chevron1"/>
    <dgm:cxn modelId="{5731BF53-8E56-4197-8B0E-67F44E9BDCBD}" type="presParOf" srcId="{F29616B8-5DE6-4317-8346-FE1F4454AFCB}" destId="{AAC5E566-5954-4B9D-B572-18E7296B1557}" srcOrd="1" destOrd="0" presId="urn:microsoft.com/office/officeart/2005/8/layout/chevron1"/>
    <dgm:cxn modelId="{776D0CEA-93D0-4BF4-9471-C4CBC8BA631E}" type="presParOf" srcId="{F29616B8-5DE6-4317-8346-FE1F4454AFCB}" destId="{4702CAA2-4184-4619-B937-2FEF41B6218C}" srcOrd="2" destOrd="0" presId="urn:microsoft.com/office/officeart/2005/8/layout/chevron1"/>
    <dgm:cxn modelId="{39C5D1D1-94D6-450F-945C-8A531408469C}" type="presParOf" srcId="{F29616B8-5DE6-4317-8346-FE1F4454AFCB}" destId="{4AD0BE9D-0A4A-4347-8FAF-AE0F96192228}" srcOrd="3" destOrd="0" presId="urn:microsoft.com/office/officeart/2005/8/layout/chevron1"/>
    <dgm:cxn modelId="{D084E769-D230-4038-ACA3-ABF3536A217F}" type="presParOf" srcId="{F29616B8-5DE6-4317-8346-FE1F4454AFCB}" destId="{BFC15E02-BEB2-4882-A158-46E4EA60CB78}" srcOrd="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E8AB628-973F-4A41-A840-4EB223972C06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5F3052-6037-42AE-BEC4-A8891B1B68DA}">
      <dgm:prSet/>
      <dgm:spPr/>
      <dgm:t>
        <a:bodyPr/>
        <a:lstStyle/>
        <a:p>
          <a:r>
            <a:rPr lang="en-US" dirty="0" smtClean="0"/>
            <a:t>Open and Read Excel Data</a:t>
          </a:r>
          <a:endParaRPr lang="en-US" dirty="0"/>
        </a:p>
      </dgm:t>
    </dgm:pt>
    <dgm:pt modelId="{471B4635-3A62-4DFE-8040-65239AE23528}" type="parTrans" cxnId="{98D6B034-2EE7-4910-986E-D525CB63E39B}">
      <dgm:prSet/>
      <dgm:spPr/>
      <dgm:t>
        <a:bodyPr/>
        <a:lstStyle/>
        <a:p>
          <a:endParaRPr lang="en-US"/>
        </a:p>
      </dgm:t>
    </dgm:pt>
    <dgm:pt modelId="{6E74B02A-D36E-48FC-8199-8E9F69FA9146}" type="sibTrans" cxnId="{98D6B034-2EE7-4910-986E-D525CB63E39B}">
      <dgm:prSet/>
      <dgm:spPr/>
      <dgm:t>
        <a:bodyPr/>
        <a:lstStyle/>
        <a:p>
          <a:endParaRPr lang="en-US"/>
        </a:p>
      </dgm:t>
    </dgm:pt>
    <dgm:pt modelId="{DD1B2525-A54E-43A3-B046-FEABEF898B41}">
      <dgm:prSet/>
      <dgm:spPr/>
      <dgm:t>
        <a:bodyPr/>
        <a:lstStyle/>
        <a:p>
          <a:r>
            <a:rPr lang="en-US" dirty="0" smtClean="0"/>
            <a:t>Open SAP, Log In and Open Transaction</a:t>
          </a:r>
          <a:endParaRPr lang="en-US" dirty="0"/>
        </a:p>
      </dgm:t>
    </dgm:pt>
    <dgm:pt modelId="{FC4A8CD8-F185-40EA-A5A2-171DC9A92B5D}" type="parTrans" cxnId="{A91FDE8D-FC37-46B8-9C66-26EE06E74F47}">
      <dgm:prSet/>
      <dgm:spPr/>
      <dgm:t>
        <a:bodyPr/>
        <a:lstStyle/>
        <a:p>
          <a:endParaRPr lang="en-US"/>
        </a:p>
      </dgm:t>
    </dgm:pt>
    <dgm:pt modelId="{66D60D66-ED8D-485F-A900-3A864AB2B3C6}" type="sibTrans" cxnId="{A91FDE8D-FC37-46B8-9C66-26EE06E74F47}">
      <dgm:prSet/>
      <dgm:spPr/>
      <dgm:t>
        <a:bodyPr/>
        <a:lstStyle/>
        <a:p>
          <a:endParaRPr lang="en-US"/>
        </a:p>
      </dgm:t>
    </dgm:pt>
    <dgm:pt modelId="{B0389B5A-03B3-4091-B092-EB60A328A1F1}">
      <dgm:prSet/>
      <dgm:spPr/>
      <dgm:t>
        <a:bodyPr/>
        <a:lstStyle/>
        <a:p>
          <a:r>
            <a:rPr lang="en-US" dirty="0" smtClean="0"/>
            <a:t>Process the current Excel Row</a:t>
          </a:r>
          <a:endParaRPr lang="en-US" dirty="0"/>
        </a:p>
      </dgm:t>
    </dgm:pt>
    <dgm:pt modelId="{55D962CD-04F8-4147-9489-A1D5C0747B97}" type="parTrans" cxnId="{3BB78994-2836-4F55-8993-A1E9019D2715}">
      <dgm:prSet/>
      <dgm:spPr/>
      <dgm:t>
        <a:bodyPr/>
        <a:lstStyle/>
        <a:p>
          <a:endParaRPr lang="en-US"/>
        </a:p>
      </dgm:t>
    </dgm:pt>
    <dgm:pt modelId="{A5C96696-0CD5-4ED4-8518-1D14898FA6CA}" type="sibTrans" cxnId="{3BB78994-2836-4F55-8993-A1E9019D2715}">
      <dgm:prSet/>
      <dgm:spPr/>
      <dgm:t>
        <a:bodyPr/>
        <a:lstStyle/>
        <a:p>
          <a:endParaRPr lang="en-US"/>
        </a:p>
      </dgm:t>
    </dgm:pt>
    <dgm:pt modelId="{BD74115C-0DE5-4114-BC6E-AC70D1F3883D}">
      <dgm:prSet/>
      <dgm:spPr/>
      <dgm:t>
        <a:bodyPr/>
        <a:lstStyle/>
        <a:p>
          <a:r>
            <a:rPr lang="en-US" dirty="0" smtClean="0"/>
            <a:t>Enter the Material Number in the first mask</a:t>
          </a:r>
          <a:endParaRPr lang="en-US" dirty="0"/>
        </a:p>
      </dgm:t>
    </dgm:pt>
    <dgm:pt modelId="{A8064EF7-1E81-4647-AF16-92170BB21296}" type="parTrans" cxnId="{E5C9970B-7EEB-46CA-9C94-66CD4232A6C6}">
      <dgm:prSet/>
      <dgm:spPr/>
      <dgm:t>
        <a:bodyPr/>
        <a:lstStyle/>
        <a:p>
          <a:endParaRPr lang="en-US"/>
        </a:p>
      </dgm:t>
    </dgm:pt>
    <dgm:pt modelId="{BC024ED2-2561-410D-A1EA-A3DC4111F18A}" type="sibTrans" cxnId="{E5C9970B-7EEB-46CA-9C94-66CD4232A6C6}">
      <dgm:prSet/>
      <dgm:spPr/>
      <dgm:t>
        <a:bodyPr/>
        <a:lstStyle/>
        <a:p>
          <a:endParaRPr lang="en-US"/>
        </a:p>
      </dgm:t>
    </dgm:pt>
    <dgm:pt modelId="{2B63379A-AA6B-4BDF-9DAF-C33DE77A2BC1}">
      <dgm:prSet/>
      <dgm:spPr/>
      <dgm:t>
        <a:bodyPr/>
        <a:lstStyle/>
        <a:p>
          <a:r>
            <a:rPr lang="en-US" dirty="0" smtClean="0"/>
            <a:t>Enter values in the second mask</a:t>
          </a:r>
          <a:endParaRPr lang="en-US" dirty="0"/>
        </a:p>
      </dgm:t>
    </dgm:pt>
    <dgm:pt modelId="{5764F769-6CC5-4DF7-8250-FABD89E85471}" type="parTrans" cxnId="{4F7C8D23-552C-4B62-87C4-2221C31733D0}">
      <dgm:prSet/>
      <dgm:spPr/>
      <dgm:t>
        <a:bodyPr/>
        <a:lstStyle/>
        <a:p>
          <a:endParaRPr lang="en-US"/>
        </a:p>
      </dgm:t>
    </dgm:pt>
    <dgm:pt modelId="{589CE7CD-18A4-4B79-9FB0-1BDB7C6AC8E4}" type="sibTrans" cxnId="{4F7C8D23-552C-4B62-87C4-2221C31733D0}">
      <dgm:prSet/>
      <dgm:spPr/>
      <dgm:t>
        <a:bodyPr/>
        <a:lstStyle/>
        <a:p>
          <a:endParaRPr lang="en-US"/>
        </a:p>
      </dgm:t>
    </dgm:pt>
    <dgm:pt modelId="{16C4F514-5B54-4A45-82BD-56D64BBD35C0}">
      <dgm:prSet/>
      <dgm:spPr/>
      <dgm:t>
        <a:bodyPr/>
        <a:lstStyle/>
        <a:p>
          <a:r>
            <a:rPr lang="en-US" dirty="0" smtClean="0"/>
            <a:t>Save the entry</a:t>
          </a:r>
          <a:endParaRPr lang="en-US" dirty="0"/>
        </a:p>
      </dgm:t>
    </dgm:pt>
    <dgm:pt modelId="{8D7E1993-D8AB-44AA-A6A4-A61C7CC13201}" type="parTrans" cxnId="{F387FC21-7EFF-4354-949D-75871E383822}">
      <dgm:prSet/>
      <dgm:spPr/>
      <dgm:t>
        <a:bodyPr/>
        <a:lstStyle/>
        <a:p>
          <a:endParaRPr lang="en-US"/>
        </a:p>
      </dgm:t>
    </dgm:pt>
    <dgm:pt modelId="{3EEDA405-4576-4ECA-AB32-C6F933E12AA2}" type="sibTrans" cxnId="{F387FC21-7EFF-4354-949D-75871E383822}">
      <dgm:prSet/>
      <dgm:spPr/>
      <dgm:t>
        <a:bodyPr/>
        <a:lstStyle/>
        <a:p>
          <a:endParaRPr lang="en-US"/>
        </a:p>
      </dgm:t>
    </dgm:pt>
    <dgm:pt modelId="{97918997-C02F-434C-AD15-9EEE492BEED3}">
      <dgm:prSet/>
      <dgm:spPr/>
      <dgm:t>
        <a:bodyPr/>
        <a:lstStyle/>
        <a:p>
          <a:r>
            <a:rPr lang="en-US" dirty="0" smtClean="0"/>
            <a:t>Upload PDF in the third mask</a:t>
          </a:r>
          <a:endParaRPr lang="en-US" dirty="0"/>
        </a:p>
      </dgm:t>
    </dgm:pt>
    <dgm:pt modelId="{68C4E1EE-17C8-49BE-A3AF-67E0F8D1B241}" type="parTrans" cxnId="{1792AFE3-DC06-4B54-81C4-C592A54F0322}">
      <dgm:prSet/>
      <dgm:spPr/>
      <dgm:t>
        <a:bodyPr/>
        <a:lstStyle/>
        <a:p>
          <a:endParaRPr lang="en-US"/>
        </a:p>
      </dgm:t>
    </dgm:pt>
    <dgm:pt modelId="{EEE75B1E-ED67-4905-92A9-1D53B0E60EE9}" type="sibTrans" cxnId="{1792AFE3-DC06-4B54-81C4-C592A54F0322}">
      <dgm:prSet/>
      <dgm:spPr/>
      <dgm:t>
        <a:bodyPr/>
        <a:lstStyle/>
        <a:p>
          <a:endParaRPr lang="en-US"/>
        </a:p>
      </dgm:t>
    </dgm:pt>
    <dgm:pt modelId="{EA2BCDF4-5470-472B-86FD-DE515378B7BF}">
      <dgm:prSet/>
      <dgm:spPr/>
      <dgm:t>
        <a:bodyPr/>
        <a:lstStyle/>
        <a:p>
          <a:r>
            <a:rPr lang="en-US" dirty="0" smtClean="0"/>
            <a:t>Complete transaction</a:t>
          </a:r>
          <a:endParaRPr lang="en-US" dirty="0"/>
        </a:p>
      </dgm:t>
    </dgm:pt>
    <dgm:pt modelId="{9720FF36-9303-4A7D-810B-FBF8FC9E85B8}" type="parTrans" cxnId="{BDC505BA-03F5-4EE3-96F8-541AFE95A4F4}">
      <dgm:prSet/>
      <dgm:spPr/>
      <dgm:t>
        <a:bodyPr/>
        <a:lstStyle/>
        <a:p>
          <a:endParaRPr lang="en-US"/>
        </a:p>
      </dgm:t>
    </dgm:pt>
    <dgm:pt modelId="{D802D5B7-FACD-4AA1-BC3D-955F6B4CC575}" type="sibTrans" cxnId="{BDC505BA-03F5-4EE3-96F8-541AFE95A4F4}">
      <dgm:prSet/>
      <dgm:spPr/>
      <dgm:t>
        <a:bodyPr/>
        <a:lstStyle/>
        <a:p>
          <a:endParaRPr lang="en-US"/>
        </a:p>
      </dgm:t>
    </dgm:pt>
    <dgm:pt modelId="{15769C9F-C717-41A1-9C89-3A885BF5BED3}">
      <dgm:prSet/>
      <dgm:spPr/>
      <dgm:t>
        <a:bodyPr/>
        <a:lstStyle/>
        <a:p>
          <a:r>
            <a:rPr lang="en-US" dirty="0" smtClean="0"/>
            <a:t>Continue with next row (Repeat)</a:t>
          </a:r>
          <a:endParaRPr lang="en-US" dirty="0"/>
        </a:p>
      </dgm:t>
    </dgm:pt>
    <dgm:pt modelId="{341B23D3-258F-4F8D-BBD9-EDB77C7BC404}" type="parTrans" cxnId="{3C198DC9-9018-4CAF-809A-FF4628739B3E}">
      <dgm:prSet/>
      <dgm:spPr/>
      <dgm:t>
        <a:bodyPr/>
        <a:lstStyle/>
        <a:p>
          <a:endParaRPr lang="en-US"/>
        </a:p>
      </dgm:t>
    </dgm:pt>
    <dgm:pt modelId="{756DECF4-83FD-4A4B-BB58-76A95BCE4A1A}" type="sibTrans" cxnId="{3C198DC9-9018-4CAF-809A-FF4628739B3E}">
      <dgm:prSet/>
      <dgm:spPr/>
      <dgm:t>
        <a:bodyPr/>
        <a:lstStyle/>
        <a:p>
          <a:endParaRPr lang="en-US"/>
        </a:p>
      </dgm:t>
    </dgm:pt>
    <dgm:pt modelId="{FA0BAEE0-FEC4-4EE5-A846-9BCA885FDC9C}" type="pres">
      <dgm:prSet presAssocID="{AE8AB628-973F-4A41-A840-4EB223972C06}" presName="cycle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24FE82D-B475-4DC0-B314-3FBD6BBC0021}" type="pres">
      <dgm:prSet presAssocID="{165F3052-6037-42AE-BEC4-A8891B1B68DA}" presName="node" presStyleLbl="node1" presStyleIdx="0" presStyleCnt="9" custRadScaleRad="100000" custRadScaleInc="0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0F4E98B-6CD1-42A0-B9D7-7B44EF463147}" type="pres">
      <dgm:prSet presAssocID="{6E74B02A-D36E-48FC-8199-8E9F69FA9146}" presName="sibTrans" presStyleLbl="sibTrans2D1" presStyleIdx="0" presStyleCnt="9"/>
      <dgm:spPr/>
      <dgm:t>
        <a:bodyPr/>
        <a:lstStyle/>
        <a:p>
          <a:endParaRPr lang="en-US"/>
        </a:p>
      </dgm:t>
    </dgm:pt>
    <dgm:pt modelId="{11C8A171-D0BF-4F4F-BF5D-2638CF72B869}" type="pres">
      <dgm:prSet presAssocID="{6E74B02A-D36E-48FC-8199-8E9F69FA9146}" presName="connectorText" presStyleLbl="sibTrans2D1" presStyleIdx="0" presStyleCnt="9"/>
      <dgm:spPr/>
      <dgm:t>
        <a:bodyPr/>
        <a:lstStyle/>
        <a:p>
          <a:endParaRPr lang="en-US"/>
        </a:p>
      </dgm:t>
    </dgm:pt>
    <dgm:pt modelId="{69FB4788-A353-4538-A98F-B0D5C5A6C776}" type="pres">
      <dgm:prSet presAssocID="{DD1B2525-A54E-43A3-B046-FEABEF898B41}" presName="node" presStyleLbl="node1" presStyleIdx="1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0A7CB0D-1330-4537-8E38-7F0DE2363C34}" type="pres">
      <dgm:prSet presAssocID="{66D60D66-ED8D-485F-A900-3A864AB2B3C6}" presName="sibTrans" presStyleLbl="sibTrans2D1" presStyleIdx="1" presStyleCnt="9"/>
      <dgm:spPr/>
      <dgm:t>
        <a:bodyPr/>
        <a:lstStyle/>
        <a:p>
          <a:endParaRPr lang="en-US"/>
        </a:p>
      </dgm:t>
    </dgm:pt>
    <dgm:pt modelId="{98A29EBF-0E65-4222-9524-46923792310D}" type="pres">
      <dgm:prSet presAssocID="{66D60D66-ED8D-485F-A900-3A864AB2B3C6}" presName="connectorText" presStyleLbl="sibTrans2D1" presStyleIdx="1" presStyleCnt="9"/>
      <dgm:spPr/>
      <dgm:t>
        <a:bodyPr/>
        <a:lstStyle/>
        <a:p>
          <a:endParaRPr lang="en-US"/>
        </a:p>
      </dgm:t>
    </dgm:pt>
    <dgm:pt modelId="{EB6911E0-2609-42C2-8BC7-59D9DDBE941B}" type="pres">
      <dgm:prSet presAssocID="{B0389B5A-03B3-4091-B092-EB60A328A1F1}" presName="node" presStyleLbl="node1" presStyleIdx="2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5F9C18F-C9C7-4A56-A042-20EDEEC19429}" type="pres">
      <dgm:prSet presAssocID="{A5C96696-0CD5-4ED4-8518-1D14898FA6CA}" presName="sibTrans" presStyleLbl="sibTrans2D1" presStyleIdx="2" presStyleCnt="9"/>
      <dgm:spPr/>
      <dgm:t>
        <a:bodyPr/>
        <a:lstStyle/>
        <a:p>
          <a:endParaRPr lang="en-US"/>
        </a:p>
      </dgm:t>
    </dgm:pt>
    <dgm:pt modelId="{2E53B34C-F80A-4F35-9125-CB067647480D}" type="pres">
      <dgm:prSet presAssocID="{A5C96696-0CD5-4ED4-8518-1D14898FA6CA}" presName="connectorText" presStyleLbl="sibTrans2D1" presStyleIdx="2" presStyleCnt="9"/>
      <dgm:spPr/>
      <dgm:t>
        <a:bodyPr/>
        <a:lstStyle/>
        <a:p>
          <a:endParaRPr lang="en-US"/>
        </a:p>
      </dgm:t>
    </dgm:pt>
    <dgm:pt modelId="{295862C6-7A7C-4EA7-886E-9FE35617AC48}" type="pres">
      <dgm:prSet presAssocID="{BD74115C-0DE5-4114-BC6E-AC70D1F3883D}" presName="node" presStyleLbl="node1" presStyleIdx="3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1C06D24-1C70-427F-9BAF-6A68B27677E6}" type="pres">
      <dgm:prSet presAssocID="{BC024ED2-2561-410D-A1EA-A3DC4111F18A}" presName="sibTrans" presStyleLbl="sibTrans2D1" presStyleIdx="3" presStyleCnt="9"/>
      <dgm:spPr/>
      <dgm:t>
        <a:bodyPr/>
        <a:lstStyle/>
        <a:p>
          <a:endParaRPr lang="en-US"/>
        </a:p>
      </dgm:t>
    </dgm:pt>
    <dgm:pt modelId="{49A9569E-ADB5-4C37-9E5E-990F1B007C04}" type="pres">
      <dgm:prSet presAssocID="{BC024ED2-2561-410D-A1EA-A3DC4111F18A}" presName="connectorText" presStyleLbl="sibTrans2D1" presStyleIdx="3" presStyleCnt="9"/>
      <dgm:spPr/>
      <dgm:t>
        <a:bodyPr/>
        <a:lstStyle/>
        <a:p>
          <a:endParaRPr lang="en-US"/>
        </a:p>
      </dgm:t>
    </dgm:pt>
    <dgm:pt modelId="{4470F32E-1AD4-4592-AD32-6674BF7F5D21}" type="pres">
      <dgm:prSet presAssocID="{2B63379A-AA6B-4BDF-9DAF-C33DE77A2BC1}" presName="node" presStyleLbl="node1" presStyleIdx="4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707BE3A-96A1-48ED-8CA9-6B591B88A022}" type="pres">
      <dgm:prSet presAssocID="{589CE7CD-18A4-4B79-9FB0-1BDB7C6AC8E4}" presName="sibTrans" presStyleLbl="sibTrans2D1" presStyleIdx="4" presStyleCnt="9"/>
      <dgm:spPr/>
      <dgm:t>
        <a:bodyPr/>
        <a:lstStyle/>
        <a:p>
          <a:endParaRPr lang="en-US"/>
        </a:p>
      </dgm:t>
    </dgm:pt>
    <dgm:pt modelId="{4F600C92-0895-4FE3-B661-7988C32FAE8A}" type="pres">
      <dgm:prSet presAssocID="{589CE7CD-18A4-4B79-9FB0-1BDB7C6AC8E4}" presName="connectorText" presStyleLbl="sibTrans2D1" presStyleIdx="4" presStyleCnt="9"/>
      <dgm:spPr/>
      <dgm:t>
        <a:bodyPr/>
        <a:lstStyle/>
        <a:p>
          <a:endParaRPr lang="en-US"/>
        </a:p>
      </dgm:t>
    </dgm:pt>
    <dgm:pt modelId="{03CD9637-D32D-416C-B568-B00E6B795E56}" type="pres">
      <dgm:prSet presAssocID="{16C4F514-5B54-4A45-82BD-56D64BBD35C0}" presName="node" presStyleLbl="node1" presStyleIdx="5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9C5A3A4-13CD-49DE-9FA4-95F0C83FC670}" type="pres">
      <dgm:prSet presAssocID="{3EEDA405-4576-4ECA-AB32-C6F933E12AA2}" presName="sibTrans" presStyleLbl="sibTrans2D1" presStyleIdx="5" presStyleCnt="9"/>
      <dgm:spPr/>
      <dgm:t>
        <a:bodyPr/>
        <a:lstStyle/>
        <a:p>
          <a:endParaRPr lang="en-US"/>
        </a:p>
      </dgm:t>
    </dgm:pt>
    <dgm:pt modelId="{7EAB2A19-1701-4D63-AE82-957EC91BE5CD}" type="pres">
      <dgm:prSet presAssocID="{3EEDA405-4576-4ECA-AB32-C6F933E12AA2}" presName="connectorText" presStyleLbl="sibTrans2D1" presStyleIdx="5" presStyleCnt="9"/>
      <dgm:spPr/>
      <dgm:t>
        <a:bodyPr/>
        <a:lstStyle/>
        <a:p>
          <a:endParaRPr lang="en-US"/>
        </a:p>
      </dgm:t>
    </dgm:pt>
    <dgm:pt modelId="{44074F84-692E-4271-938F-D69143EEB759}" type="pres">
      <dgm:prSet presAssocID="{97918997-C02F-434C-AD15-9EEE492BEED3}" presName="node" presStyleLbl="node1" presStyleIdx="6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042A36-6720-4BC4-9011-B3458DD8B5C1}" type="pres">
      <dgm:prSet presAssocID="{EEE75B1E-ED67-4905-92A9-1D53B0E60EE9}" presName="sibTrans" presStyleLbl="sibTrans2D1" presStyleIdx="6" presStyleCnt="9"/>
      <dgm:spPr/>
      <dgm:t>
        <a:bodyPr/>
        <a:lstStyle/>
        <a:p>
          <a:endParaRPr lang="en-US"/>
        </a:p>
      </dgm:t>
    </dgm:pt>
    <dgm:pt modelId="{B5C53B48-C910-415D-954F-05163CDBBFA2}" type="pres">
      <dgm:prSet presAssocID="{EEE75B1E-ED67-4905-92A9-1D53B0E60EE9}" presName="connectorText" presStyleLbl="sibTrans2D1" presStyleIdx="6" presStyleCnt="9"/>
      <dgm:spPr/>
      <dgm:t>
        <a:bodyPr/>
        <a:lstStyle/>
        <a:p>
          <a:endParaRPr lang="en-US"/>
        </a:p>
      </dgm:t>
    </dgm:pt>
    <dgm:pt modelId="{E28341A0-D4AC-467A-A0CA-311C2FD434F5}" type="pres">
      <dgm:prSet presAssocID="{EA2BCDF4-5470-472B-86FD-DE515378B7BF}" presName="node" presStyleLbl="node1" presStyleIdx="7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3FB72D8-DBBC-403D-9D47-69A2864F1819}" type="pres">
      <dgm:prSet presAssocID="{D802D5B7-FACD-4AA1-BC3D-955F6B4CC575}" presName="sibTrans" presStyleLbl="sibTrans2D1" presStyleIdx="7" presStyleCnt="9"/>
      <dgm:spPr/>
      <dgm:t>
        <a:bodyPr/>
        <a:lstStyle/>
        <a:p>
          <a:endParaRPr lang="en-US"/>
        </a:p>
      </dgm:t>
    </dgm:pt>
    <dgm:pt modelId="{71E87A9B-F495-4199-9A39-AD36CF345708}" type="pres">
      <dgm:prSet presAssocID="{D802D5B7-FACD-4AA1-BC3D-955F6B4CC575}" presName="connectorText" presStyleLbl="sibTrans2D1" presStyleIdx="7" presStyleCnt="9"/>
      <dgm:spPr/>
      <dgm:t>
        <a:bodyPr/>
        <a:lstStyle/>
        <a:p>
          <a:endParaRPr lang="en-US"/>
        </a:p>
      </dgm:t>
    </dgm:pt>
    <dgm:pt modelId="{84348965-815A-4291-80C2-8B262C9EAA34}" type="pres">
      <dgm:prSet presAssocID="{15769C9F-C717-41A1-9C89-3A885BF5BED3}" presName="node" presStyleLbl="node1" presStyleIdx="8" presStyleCnt="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8EAC5EC-B9FF-4AB2-9C58-18778538D813}" type="pres">
      <dgm:prSet presAssocID="{756DECF4-83FD-4A4B-BB58-76A95BCE4A1A}" presName="sibTrans" presStyleLbl="sibTrans2D1" presStyleIdx="8" presStyleCnt="9"/>
      <dgm:spPr/>
      <dgm:t>
        <a:bodyPr/>
        <a:lstStyle/>
        <a:p>
          <a:endParaRPr lang="en-US"/>
        </a:p>
      </dgm:t>
    </dgm:pt>
    <dgm:pt modelId="{EAF0856E-1780-4B81-8526-04C750491AA6}" type="pres">
      <dgm:prSet presAssocID="{756DECF4-83FD-4A4B-BB58-76A95BCE4A1A}" presName="connectorText" presStyleLbl="sibTrans2D1" presStyleIdx="8" presStyleCnt="9"/>
      <dgm:spPr/>
      <dgm:t>
        <a:bodyPr/>
        <a:lstStyle/>
        <a:p>
          <a:endParaRPr lang="en-US"/>
        </a:p>
      </dgm:t>
    </dgm:pt>
  </dgm:ptLst>
  <dgm:cxnLst>
    <dgm:cxn modelId="{A91FDE8D-FC37-46B8-9C66-26EE06E74F47}" srcId="{AE8AB628-973F-4A41-A840-4EB223972C06}" destId="{DD1B2525-A54E-43A3-B046-FEABEF898B41}" srcOrd="1" destOrd="0" parTransId="{FC4A8CD8-F185-40EA-A5A2-171DC9A92B5D}" sibTransId="{66D60D66-ED8D-485F-A900-3A864AB2B3C6}"/>
    <dgm:cxn modelId="{3C198DC9-9018-4CAF-809A-FF4628739B3E}" srcId="{AE8AB628-973F-4A41-A840-4EB223972C06}" destId="{15769C9F-C717-41A1-9C89-3A885BF5BED3}" srcOrd="8" destOrd="0" parTransId="{341B23D3-258F-4F8D-BBD9-EDB77C7BC404}" sibTransId="{756DECF4-83FD-4A4B-BB58-76A95BCE4A1A}"/>
    <dgm:cxn modelId="{7CF93809-815B-4C7C-912D-655B9922076F}" type="presOf" srcId="{EA2BCDF4-5470-472B-86FD-DE515378B7BF}" destId="{E28341A0-D4AC-467A-A0CA-311C2FD434F5}" srcOrd="0" destOrd="0" presId="urn:microsoft.com/office/officeart/2005/8/layout/cycle2"/>
    <dgm:cxn modelId="{98D6B034-2EE7-4910-986E-D525CB63E39B}" srcId="{AE8AB628-973F-4A41-A840-4EB223972C06}" destId="{165F3052-6037-42AE-BEC4-A8891B1B68DA}" srcOrd="0" destOrd="0" parTransId="{471B4635-3A62-4DFE-8040-65239AE23528}" sibTransId="{6E74B02A-D36E-48FC-8199-8E9F69FA9146}"/>
    <dgm:cxn modelId="{F893594E-3FA6-4C0C-8EA0-5F82564A2AFA}" type="presOf" srcId="{D802D5B7-FACD-4AA1-BC3D-955F6B4CC575}" destId="{71E87A9B-F495-4199-9A39-AD36CF345708}" srcOrd="1" destOrd="0" presId="urn:microsoft.com/office/officeart/2005/8/layout/cycle2"/>
    <dgm:cxn modelId="{85BC4995-3196-4EE8-9DF6-EF349008A89D}" type="presOf" srcId="{3EEDA405-4576-4ECA-AB32-C6F933E12AA2}" destId="{89C5A3A4-13CD-49DE-9FA4-95F0C83FC670}" srcOrd="0" destOrd="0" presId="urn:microsoft.com/office/officeart/2005/8/layout/cycle2"/>
    <dgm:cxn modelId="{49E22915-5630-4651-8621-41057DF42F03}" type="presOf" srcId="{6E74B02A-D36E-48FC-8199-8E9F69FA9146}" destId="{11C8A171-D0BF-4F4F-BF5D-2638CF72B869}" srcOrd="1" destOrd="0" presId="urn:microsoft.com/office/officeart/2005/8/layout/cycle2"/>
    <dgm:cxn modelId="{BDC505BA-03F5-4EE3-96F8-541AFE95A4F4}" srcId="{AE8AB628-973F-4A41-A840-4EB223972C06}" destId="{EA2BCDF4-5470-472B-86FD-DE515378B7BF}" srcOrd="7" destOrd="0" parTransId="{9720FF36-9303-4A7D-810B-FBF8FC9E85B8}" sibTransId="{D802D5B7-FACD-4AA1-BC3D-955F6B4CC575}"/>
    <dgm:cxn modelId="{87A9C517-D701-43E7-8B0E-1C852CD3EE7B}" type="presOf" srcId="{97918997-C02F-434C-AD15-9EEE492BEED3}" destId="{44074F84-692E-4271-938F-D69143EEB759}" srcOrd="0" destOrd="0" presId="urn:microsoft.com/office/officeart/2005/8/layout/cycle2"/>
    <dgm:cxn modelId="{8EA44C1C-9977-426E-B08A-2BC1783E5813}" type="presOf" srcId="{BD74115C-0DE5-4114-BC6E-AC70D1F3883D}" destId="{295862C6-7A7C-4EA7-886E-9FE35617AC48}" srcOrd="0" destOrd="0" presId="urn:microsoft.com/office/officeart/2005/8/layout/cycle2"/>
    <dgm:cxn modelId="{1792AFE3-DC06-4B54-81C4-C592A54F0322}" srcId="{AE8AB628-973F-4A41-A840-4EB223972C06}" destId="{97918997-C02F-434C-AD15-9EEE492BEED3}" srcOrd="6" destOrd="0" parTransId="{68C4E1EE-17C8-49BE-A3AF-67E0F8D1B241}" sibTransId="{EEE75B1E-ED67-4905-92A9-1D53B0E60EE9}"/>
    <dgm:cxn modelId="{E5C9970B-7EEB-46CA-9C94-66CD4232A6C6}" srcId="{AE8AB628-973F-4A41-A840-4EB223972C06}" destId="{BD74115C-0DE5-4114-BC6E-AC70D1F3883D}" srcOrd="3" destOrd="0" parTransId="{A8064EF7-1E81-4647-AF16-92170BB21296}" sibTransId="{BC024ED2-2561-410D-A1EA-A3DC4111F18A}"/>
    <dgm:cxn modelId="{873508CE-97A6-4429-80C4-E7F21560A27E}" type="presOf" srcId="{15769C9F-C717-41A1-9C89-3A885BF5BED3}" destId="{84348965-815A-4291-80C2-8B262C9EAA34}" srcOrd="0" destOrd="0" presId="urn:microsoft.com/office/officeart/2005/8/layout/cycle2"/>
    <dgm:cxn modelId="{3BB78994-2836-4F55-8993-A1E9019D2715}" srcId="{AE8AB628-973F-4A41-A840-4EB223972C06}" destId="{B0389B5A-03B3-4091-B092-EB60A328A1F1}" srcOrd="2" destOrd="0" parTransId="{55D962CD-04F8-4147-9489-A1D5C0747B97}" sibTransId="{A5C96696-0CD5-4ED4-8518-1D14898FA6CA}"/>
    <dgm:cxn modelId="{7A2CFC61-E959-483D-8FD6-4647FF0C935E}" type="presOf" srcId="{66D60D66-ED8D-485F-A900-3A864AB2B3C6}" destId="{B0A7CB0D-1330-4537-8E38-7F0DE2363C34}" srcOrd="0" destOrd="0" presId="urn:microsoft.com/office/officeart/2005/8/layout/cycle2"/>
    <dgm:cxn modelId="{8D5C2226-9B7E-4A0B-B426-04CD6C5844C4}" type="presOf" srcId="{EEE75B1E-ED67-4905-92A9-1D53B0E60EE9}" destId="{EC042A36-6720-4BC4-9011-B3458DD8B5C1}" srcOrd="0" destOrd="0" presId="urn:microsoft.com/office/officeart/2005/8/layout/cycle2"/>
    <dgm:cxn modelId="{789C91F8-A9E8-4730-AB2D-1A8C03EE03EA}" type="presOf" srcId="{D802D5B7-FACD-4AA1-BC3D-955F6B4CC575}" destId="{93FB72D8-DBBC-403D-9D47-69A2864F1819}" srcOrd="0" destOrd="0" presId="urn:microsoft.com/office/officeart/2005/8/layout/cycle2"/>
    <dgm:cxn modelId="{312FB5FF-AF63-4B32-A71C-9626C977D570}" type="presOf" srcId="{A5C96696-0CD5-4ED4-8518-1D14898FA6CA}" destId="{2E53B34C-F80A-4F35-9125-CB067647480D}" srcOrd="1" destOrd="0" presId="urn:microsoft.com/office/officeart/2005/8/layout/cycle2"/>
    <dgm:cxn modelId="{4F7C8D23-552C-4B62-87C4-2221C31733D0}" srcId="{AE8AB628-973F-4A41-A840-4EB223972C06}" destId="{2B63379A-AA6B-4BDF-9DAF-C33DE77A2BC1}" srcOrd="4" destOrd="0" parTransId="{5764F769-6CC5-4DF7-8250-FABD89E85471}" sibTransId="{589CE7CD-18A4-4B79-9FB0-1BDB7C6AC8E4}"/>
    <dgm:cxn modelId="{993804C1-27FC-49D4-AE78-A6841E6FB735}" type="presOf" srcId="{A5C96696-0CD5-4ED4-8518-1D14898FA6CA}" destId="{85F9C18F-C9C7-4A56-A042-20EDEEC19429}" srcOrd="0" destOrd="0" presId="urn:microsoft.com/office/officeart/2005/8/layout/cycle2"/>
    <dgm:cxn modelId="{7B120CA2-D0EA-4B0B-A5D5-BC2792532955}" type="presOf" srcId="{66D60D66-ED8D-485F-A900-3A864AB2B3C6}" destId="{98A29EBF-0E65-4222-9524-46923792310D}" srcOrd="1" destOrd="0" presId="urn:microsoft.com/office/officeart/2005/8/layout/cycle2"/>
    <dgm:cxn modelId="{68373EB9-3BF8-40D5-95D6-4EC8174FDDA8}" type="presOf" srcId="{BC024ED2-2561-410D-A1EA-A3DC4111F18A}" destId="{E1C06D24-1C70-427F-9BAF-6A68B27677E6}" srcOrd="0" destOrd="0" presId="urn:microsoft.com/office/officeart/2005/8/layout/cycle2"/>
    <dgm:cxn modelId="{BA2F6904-FEB9-4A15-9CD8-10DB01A32B9F}" type="presOf" srcId="{756DECF4-83FD-4A4B-BB58-76A95BCE4A1A}" destId="{EAF0856E-1780-4B81-8526-04C750491AA6}" srcOrd="1" destOrd="0" presId="urn:microsoft.com/office/officeart/2005/8/layout/cycle2"/>
    <dgm:cxn modelId="{6D9D7B14-22D1-4062-8F7C-852E54FAC0B6}" type="presOf" srcId="{165F3052-6037-42AE-BEC4-A8891B1B68DA}" destId="{524FE82D-B475-4DC0-B314-3FBD6BBC0021}" srcOrd="0" destOrd="0" presId="urn:microsoft.com/office/officeart/2005/8/layout/cycle2"/>
    <dgm:cxn modelId="{A15AEB2D-62F5-4C3B-B400-5E10FE06D1C7}" type="presOf" srcId="{756DECF4-83FD-4A4B-BB58-76A95BCE4A1A}" destId="{28EAC5EC-B9FF-4AB2-9C58-18778538D813}" srcOrd="0" destOrd="0" presId="urn:microsoft.com/office/officeart/2005/8/layout/cycle2"/>
    <dgm:cxn modelId="{C37A2FB8-830D-4F47-9748-1102E9F38F17}" type="presOf" srcId="{BC024ED2-2561-410D-A1EA-A3DC4111F18A}" destId="{49A9569E-ADB5-4C37-9E5E-990F1B007C04}" srcOrd="1" destOrd="0" presId="urn:microsoft.com/office/officeart/2005/8/layout/cycle2"/>
    <dgm:cxn modelId="{6A3A9F35-5540-48A9-BF90-92E7ABAD1050}" type="presOf" srcId="{B0389B5A-03B3-4091-B092-EB60A328A1F1}" destId="{EB6911E0-2609-42C2-8BC7-59D9DDBE941B}" srcOrd="0" destOrd="0" presId="urn:microsoft.com/office/officeart/2005/8/layout/cycle2"/>
    <dgm:cxn modelId="{EED334C9-6BF6-4B01-8B78-66A38D316E1D}" type="presOf" srcId="{589CE7CD-18A4-4B79-9FB0-1BDB7C6AC8E4}" destId="{4F600C92-0895-4FE3-B661-7988C32FAE8A}" srcOrd="1" destOrd="0" presId="urn:microsoft.com/office/officeart/2005/8/layout/cycle2"/>
    <dgm:cxn modelId="{4CE61F37-62AE-4ABC-8592-69834E0B1D11}" type="presOf" srcId="{6E74B02A-D36E-48FC-8199-8E9F69FA9146}" destId="{C0F4E98B-6CD1-42A0-B9D7-7B44EF463147}" srcOrd="0" destOrd="0" presId="urn:microsoft.com/office/officeart/2005/8/layout/cycle2"/>
    <dgm:cxn modelId="{BBE8394C-0970-4BE6-9B39-4BE89E3099A0}" type="presOf" srcId="{AE8AB628-973F-4A41-A840-4EB223972C06}" destId="{FA0BAEE0-FEC4-4EE5-A846-9BCA885FDC9C}" srcOrd="0" destOrd="0" presId="urn:microsoft.com/office/officeart/2005/8/layout/cycle2"/>
    <dgm:cxn modelId="{F387FC21-7EFF-4354-949D-75871E383822}" srcId="{AE8AB628-973F-4A41-A840-4EB223972C06}" destId="{16C4F514-5B54-4A45-82BD-56D64BBD35C0}" srcOrd="5" destOrd="0" parTransId="{8D7E1993-D8AB-44AA-A6A4-A61C7CC13201}" sibTransId="{3EEDA405-4576-4ECA-AB32-C6F933E12AA2}"/>
    <dgm:cxn modelId="{AC0779E5-9652-4988-802B-152FE5ADDD7F}" type="presOf" srcId="{3EEDA405-4576-4ECA-AB32-C6F933E12AA2}" destId="{7EAB2A19-1701-4D63-AE82-957EC91BE5CD}" srcOrd="1" destOrd="0" presId="urn:microsoft.com/office/officeart/2005/8/layout/cycle2"/>
    <dgm:cxn modelId="{E791668B-D711-4833-A5B9-5502A84C5569}" type="presOf" srcId="{EEE75B1E-ED67-4905-92A9-1D53B0E60EE9}" destId="{B5C53B48-C910-415D-954F-05163CDBBFA2}" srcOrd="1" destOrd="0" presId="urn:microsoft.com/office/officeart/2005/8/layout/cycle2"/>
    <dgm:cxn modelId="{177779D9-2AB5-46D7-9302-28C5835E231F}" type="presOf" srcId="{589CE7CD-18A4-4B79-9FB0-1BDB7C6AC8E4}" destId="{7707BE3A-96A1-48ED-8CA9-6B591B88A022}" srcOrd="0" destOrd="0" presId="urn:microsoft.com/office/officeart/2005/8/layout/cycle2"/>
    <dgm:cxn modelId="{5CA70C82-3933-4168-84D4-7C8954ABFD2D}" type="presOf" srcId="{2B63379A-AA6B-4BDF-9DAF-C33DE77A2BC1}" destId="{4470F32E-1AD4-4592-AD32-6674BF7F5D21}" srcOrd="0" destOrd="0" presId="urn:microsoft.com/office/officeart/2005/8/layout/cycle2"/>
    <dgm:cxn modelId="{EFEC3869-2C96-4A32-B892-DCF4379598A3}" type="presOf" srcId="{DD1B2525-A54E-43A3-B046-FEABEF898B41}" destId="{69FB4788-A353-4538-A98F-B0D5C5A6C776}" srcOrd="0" destOrd="0" presId="urn:microsoft.com/office/officeart/2005/8/layout/cycle2"/>
    <dgm:cxn modelId="{68625AF0-1A9A-4170-BB52-8C8D748C4AE5}" type="presOf" srcId="{16C4F514-5B54-4A45-82BD-56D64BBD35C0}" destId="{03CD9637-D32D-416C-B568-B00E6B795E56}" srcOrd="0" destOrd="0" presId="urn:microsoft.com/office/officeart/2005/8/layout/cycle2"/>
    <dgm:cxn modelId="{B21A5D8D-743B-46ED-A9DC-1983AD4BFAC7}" type="presParOf" srcId="{FA0BAEE0-FEC4-4EE5-A846-9BCA885FDC9C}" destId="{524FE82D-B475-4DC0-B314-3FBD6BBC0021}" srcOrd="0" destOrd="0" presId="urn:microsoft.com/office/officeart/2005/8/layout/cycle2"/>
    <dgm:cxn modelId="{6D40726D-65AC-4FC7-85BB-75DCB53135C7}" type="presParOf" srcId="{FA0BAEE0-FEC4-4EE5-A846-9BCA885FDC9C}" destId="{C0F4E98B-6CD1-42A0-B9D7-7B44EF463147}" srcOrd="1" destOrd="0" presId="urn:microsoft.com/office/officeart/2005/8/layout/cycle2"/>
    <dgm:cxn modelId="{E0ED51A3-F26D-4713-AB07-3D56C87C0B6F}" type="presParOf" srcId="{C0F4E98B-6CD1-42A0-B9D7-7B44EF463147}" destId="{11C8A171-D0BF-4F4F-BF5D-2638CF72B869}" srcOrd="0" destOrd="0" presId="urn:microsoft.com/office/officeart/2005/8/layout/cycle2"/>
    <dgm:cxn modelId="{12FF46E4-F823-4B2F-B2B7-C05DF8AD6405}" type="presParOf" srcId="{FA0BAEE0-FEC4-4EE5-A846-9BCA885FDC9C}" destId="{69FB4788-A353-4538-A98F-B0D5C5A6C776}" srcOrd="2" destOrd="0" presId="urn:microsoft.com/office/officeart/2005/8/layout/cycle2"/>
    <dgm:cxn modelId="{7BC1F01B-DA51-4170-BC73-3A93F2EA4F7B}" type="presParOf" srcId="{FA0BAEE0-FEC4-4EE5-A846-9BCA885FDC9C}" destId="{B0A7CB0D-1330-4537-8E38-7F0DE2363C34}" srcOrd="3" destOrd="0" presId="urn:microsoft.com/office/officeart/2005/8/layout/cycle2"/>
    <dgm:cxn modelId="{61C4BAAE-34F8-4A43-9A6F-B820CE148564}" type="presParOf" srcId="{B0A7CB0D-1330-4537-8E38-7F0DE2363C34}" destId="{98A29EBF-0E65-4222-9524-46923792310D}" srcOrd="0" destOrd="0" presId="urn:microsoft.com/office/officeart/2005/8/layout/cycle2"/>
    <dgm:cxn modelId="{540E06A4-D8D6-482A-9BD3-C7AD88ACDA5C}" type="presParOf" srcId="{FA0BAEE0-FEC4-4EE5-A846-9BCA885FDC9C}" destId="{EB6911E0-2609-42C2-8BC7-59D9DDBE941B}" srcOrd="4" destOrd="0" presId="urn:microsoft.com/office/officeart/2005/8/layout/cycle2"/>
    <dgm:cxn modelId="{A06B91A6-3F1D-44FB-9432-72DBA831CF8C}" type="presParOf" srcId="{FA0BAEE0-FEC4-4EE5-A846-9BCA885FDC9C}" destId="{85F9C18F-C9C7-4A56-A042-20EDEEC19429}" srcOrd="5" destOrd="0" presId="urn:microsoft.com/office/officeart/2005/8/layout/cycle2"/>
    <dgm:cxn modelId="{47013666-A48A-463A-BF38-16E049F9C3FD}" type="presParOf" srcId="{85F9C18F-C9C7-4A56-A042-20EDEEC19429}" destId="{2E53B34C-F80A-4F35-9125-CB067647480D}" srcOrd="0" destOrd="0" presId="urn:microsoft.com/office/officeart/2005/8/layout/cycle2"/>
    <dgm:cxn modelId="{8A753808-CFF1-496B-9591-704D3D5E63D7}" type="presParOf" srcId="{FA0BAEE0-FEC4-4EE5-A846-9BCA885FDC9C}" destId="{295862C6-7A7C-4EA7-886E-9FE35617AC48}" srcOrd="6" destOrd="0" presId="urn:microsoft.com/office/officeart/2005/8/layout/cycle2"/>
    <dgm:cxn modelId="{413FFB44-C9E5-4A72-BE9D-2103AD42533A}" type="presParOf" srcId="{FA0BAEE0-FEC4-4EE5-A846-9BCA885FDC9C}" destId="{E1C06D24-1C70-427F-9BAF-6A68B27677E6}" srcOrd="7" destOrd="0" presId="urn:microsoft.com/office/officeart/2005/8/layout/cycle2"/>
    <dgm:cxn modelId="{80309E7F-2580-4C50-970F-76FC85E1637E}" type="presParOf" srcId="{E1C06D24-1C70-427F-9BAF-6A68B27677E6}" destId="{49A9569E-ADB5-4C37-9E5E-990F1B007C04}" srcOrd="0" destOrd="0" presId="urn:microsoft.com/office/officeart/2005/8/layout/cycle2"/>
    <dgm:cxn modelId="{1460BF47-1CFE-4E78-B8BA-FE91619C792F}" type="presParOf" srcId="{FA0BAEE0-FEC4-4EE5-A846-9BCA885FDC9C}" destId="{4470F32E-1AD4-4592-AD32-6674BF7F5D21}" srcOrd="8" destOrd="0" presId="urn:microsoft.com/office/officeart/2005/8/layout/cycle2"/>
    <dgm:cxn modelId="{DBBF23A0-5C19-4CB9-B6A7-4AF3AFAB6248}" type="presParOf" srcId="{FA0BAEE0-FEC4-4EE5-A846-9BCA885FDC9C}" destId="{7707BE3A-96A1-48ED-8CA9-6B591B88A022}" srcOrd="9" destOrd="0" presId="urn:microsoft.com/office/officeart/2005/8/layout/cycle2"/>
    <dgm:cxn modelId="{5C9D19EB-2BC6-46BF-9560-057D9C8A694F}" type="presParOf" srcId="{7707BE3A-96A1-48ED-8CA9-6B591B88A022}" destId="{4F600C92-0895-4FE3-B661-7988C32FAE8A}" srcOrd="0" destOrd="0" presId="urn:microsoft.com/office/officeart/2005/8/layout/cycle2"/>
    <dgm:cxn modelId="{2B47BE5D-222D-48B1-9949-5D49A0575C99}" type="presParOf" srcId="{FA0BAEE0-FEC4-4EE5-A846-9BCA885FDC9C}" destId="{03CD9637-D32D-416C-B568-B00E6B795E56}" srcOrd="10" destOrd="0" presId="urn:microsoft.com/office/officeart/2005/8/layout/cycle2"/>
    <dgm:cxn modelId="{A2F86E2B-BB62-425F-A0C4-922F4A4978B5}" type="presParOf" srcId="{FA0BAEE0-FEC4-4EE5-A846-9BCA885FDC9C}" destId="{89C5A3A4-13CD-49DE-9FA4-95F0C83FC670}" srcOrd="11" destOrd="0" presId="urn:microsoft.com/office/officeart/2005/8/layout/cycle2"/>
    <dgm:cxn modelId="{A5E86E4E-B6AA-4582-B0F8-6842952C52A6}" type="presParOf" srcId="{89C5A3A4-13CD-49DE-9FA4-95F0C83FC670}" destId="{7EAB2A19-1701-4D63-AE82-957EC91BE5CD}" srcOrd="0" destOrd="0" presId="urn:microsoft.com/office/officeart/2005/8/layout/cycle2"/>
    <dgm:cxn modelId="{9B704BA1-7F43-421D-8BD4-E9E4777D3AA5}" type="presParOf" srcId="{FA0BAEE0-FEC4-4EE5-A846-9BCA885FDC9C}" destId="{44074F84-692E-4271-938F-D69143EEB759}" srcOrd="12" destOrd="0" presId="urn:microsoft.com/office/officeart/2005/8/layout/cycle2"/>
    <dgm:cxn modelId="{36950272-BE1D-4FD2-BAA2-52A6AEC1AF93}" type="presParOf" srcId="{FA0BAEE0-FEC4-4EE5-A846-9BCA885FDC9C}" destId="{EC042A36-6720-4BC4-9011-B3458DD8B5C1}" srcOrd="13" destOrd="0" presId="urn:microsoft.com/office/officeart/2005/8/layout/cycle2"/>
    <dgm:cxn modelId="{B24817C6-2E78-4438-B92F-872B5CBBAF77}" type="presParOf" srcId="{EC042A36-6720-4BC4-9011-B3458DD8B5C1}" destId="{B5C53B48-C910-415D-954F-05163CDBBFA2}" srcOrd="0" destOrd="0" presId="urn:microsoft.com/office/officeart/2005/8/layout/cycle2"/>
    <dgm:cxn modelId="{2C5D1CE6-83C4-4DBF-BAEA-BD7BA40419B8}" type="presParOf" srcId="{FA0BAEE0-FEC4-4EE5-A846-9BCA885FDC9C}" destId="{E28341A0-D4AC-467A-A0CA-311C2FD434F5}" srcOrd="14" destOrd="0" presId="urn:microsoft.com/office/officeart/2005/8/layout/cycle2"/>
    <dgm:cxn modelId="{DA678DD3-3482-4FD8-AEA9-DE9DF7EA578A}" type="presParOf" srcId="{FA0BAEE0-FEC4-4EE5-A846-9BCA885FDC9C}" destId="{93FB72D8-DBBC-403D-9D47-69A2864F1819}" srcOrd="15" destOrd="0" presId="urn:microsoft.com/office/officeart/2005/8/layout/cycle2"/>
    <dgm:cxn modelId="{CAFF6BDF-8D87-4F77-91D1-C3C28FBC3F83}" type="presParOf" srcId="{93FB72D8-DBBC-403D-9D47-69A2864F1819}" destId="{71E87A9B-F495-4199-9A39-AD36CF345708}" srcOrd="0" destOrd="0" presId="urn:microsoft.com/office/officeart/2005/8/layout/cycle2"/>
    <dgm:cxn modelId="{B1E7A581-37FC-41BC-A33C-06BEFA1C2897}" type="presParOf" srcId="{FA0BAEE0-FEC4-4EE5-A846-9BCA885FDC9C}" destId="{84348965-815A-4291-80C2-8B262C9EAA34}" srcOrd="16" destOrd="0" presId="urn:microsoft.com/office/officeart/2005/8/layout/cycle2"/>
    <dgm:cxn modelId="{EA5B063D-9B26-4009-A55A-A318565B747F}" type="presParOf" srcId="{FA0BAEE0-FEC4-4EE5-A846-9BCA885FDC9C}" destId="{28EAC5EC-B9FF-4AB2-9C58-18778538D813}" srcOrd="17" destOrd="0" presId="urn:microsoft.com/office/officeart/2005/8/layout/cycle2"/>
    <dgm:cxn modelId="{A2270CB5-8ADF-42C9-8377-167E19EC5FBB}" type="presParOf" srcId="{28EAC5EC-B9FF-4AB2-9C58-18778538D813}" destId="{EAF0856E-1780-4B81-8526-04C750491AA6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FD30D0-E643-407D-9BE6-1D063FA5F0DF}">
      <dsp:nvSpPr>
        <dsp:cNvPr id="0" name=""/>
        <dsp:cNvSpPr/>
      </dsp:nvSpPr>
      <dsp:spPr>
        <a:xfrm>
          <a:off x="0" y="4458952"/>
          <a:ext cx="9852956" cy="73152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Automation 2 – Excel -&gt; SAP </a:t>
          </a:r>
          <a:r>
            <a:rPr lang="en-US" sz="1400" kern="1200" dirty="0" err="1" smtClean="0"/>
            <a:t>Doculink</a:t>
          </a:r>
          <a:endParaRPr lang="en-US" sz="1400" kern="1200" dirty="0"/>
        </a:p>
      </dsp:txBody>
      <dsp:txXfrm>
        <a:off x="0" y="4458952"/>
        <a:ext cx="9852956" cy="395025"/>
      </dsp:txXfrm>
    </dsp:sp>
    <dsp:sp modelId="{A408AFB1-6862-4ED0-B737-F9DC507E9896}">
      <dsp:nvSpPr>
        <dsp:cNvPr id="0" name=""/>
        <dsp:cNvSpPr/>
      </dsp:nvSpPr>
      <dsp:spPr>
        <a:xfrm>
          <a:off x="0" y="4839347"/>
          <a:ext cx="9852956" cy="3365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Login -&gt; Open Transaction -&gt; Load Data -&gt; Enter Data -&gt; Attach PDF -&gt; Complete -&gt; Repeat</a:t>
          </a:r>
          <a:endParaRPr lang="en-US" sz="1800" kern="1200" dirty="0"/>
        </a:p>
      </dsp:txBody>
      <dsp:txXfrm>
        <a:off x="0" y="4839347"/>
        <a:ext cx="9852956" cy="336502"/>
      </dsp:txXfrm>
    </dsp:sp>
    <dsp:sp modelId="{FD477E20-B479-4AD1-A1F9-7B6AC262E3E8}">
      <dsp:nvSpPr>
        <dsp:cNvPr id="0" name=""/>
        <dsp:cNvSpPr/>
      </dsp:nvSpPr>
      <dsp:spPr>
        <a:xfrm rot="10800000">
          <a:off x="0" y="3344834"/>
          <a:ext cx="9852956" cy="112509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Human Verification</a:t>
          </a:r>
          <a:endParaRPr lang="en-US" sz="1400" kern="1200" dirty="0"/>
        </a:p>
      </dsp:txBody>
      <dsp:txXfrm rot="-10800000">
        <a:off x="0" y="3344834"/>
        <a:ext cx="9852956" cy="394906"/>
      </dsp:txXfrm>
    </dsp:sp>
    <dsp:sp modelId="{AB101AAB-90F9-4F7D-B618-01646F8E4B9F}">
      <dsp:nvSpPr>
        <dsp:cNvPr id="0" name=""/>
        <dsp:cNvSpPr/>
      </dsp:nvSpPr>
      <dsp:spPr>
        <a:xfrm>
          <a:off x="0" y="3739741"/>
          <a:ext cx="9852956" cy="3364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Check extracted data for anomalies</a:t>
          </a:r>
          <a:endParaRPr lang="en-US" sz="1800" kern="1200" dirty="0"/>
        </a:p>
      </dsp:txBody>
      <dsp:txXfrm>
        <a:off x="0" y="3739741"/>
        <a:ext cx="9852956" cy="336402"/>
      </dsp:txXfrm>
    </dsp:sp>
    <dsp:sp modelId="{8F25DF48-A734-46DF-8707-06EAA18569F0}">
      <dsp:nvSpPr>
        <dsp:cNvPr id="0" name=""/>
        <dsp:cNvSpPr/>
      </dsp:nvSpPr>
      <dsp:spPr>
        <a:xfrm rot="10800000">
          <a:off x="0" y="2230717"/>
          <a:ext cx="9852956" cy="112509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Automation 1 – PDF -&gt; Excel</a:t>
          </a:r>
          <a:endParaRPr lang="en-US" sz="1400" kern="1200" dirty="0"/>
        </a:p>
      </dsp:txBody>
      <dsp:txXfrm rot="-10800000">
        <a:off x="0" y="2230717"/>
        <a:ext cx="9852956" cy="394906"/>
      </dsp:txXfrm>
    </dsp:sp>
    <dsp:sp modelId="{8018417B-DEC3-4E97-AF0C-8625937DE9B0}">
      <dsp:nvSpPr>
        <dsp:cNvPr id="0" name=""/>
        <dsp:cNvSpPr/>
      </dsp:nvSpPr>
      <dsp:spPr>
        <a:xfrm>
          <a:off x="0" y="2625624"/>
          <a:ext cx="9852956" cy="33640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kern="1200" dirty="0" smtClean="0"/>
            <a:t>Extract -&gt; Parse -&gt; Transform -&gt; Populate Data in Excel -&gt; Save</a:t>
          </a:r>
          <a:endParaRPr lang="en-US" sz="1800" kern="1200" dirty="0"/>
        </a:p>
      </dsp:txBody>
      <dsp:txXfrm>
        <a:off x="0" y="2625624"/>
        <a:ext cx="9852956" cy="336402"/>
      </dsp:txXfrm>
    </dsp:sp>
    <dsp:sp modelId="{7774234D-8081-43DA-9B7B-38C7621D59C9}">
      <dsp:nvSpPr>
        <dsp:cNvPr id="0" name=""/>
        <dsp:cNvSpPr/>
      </dsp:nvSpPr>
      <dsp:spPr>
        <a:xfrm rot="10800000">
          <a:off x="0" y="1116599"/>
          <a:ext cx="9852956" cy="112509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PDF Customer Response</a:t>
          </a:r>
          <a:endParaRPr lang="en-US" sz="1400" kern="1200" dirty="0"/>
        </a:p>
      </dsp:txBody>
      <dsp:txXfrm rot="10800000">
        <a:off x="0" y="1116599"/>
        <a:ext cx="9852956" cy="731050"/>
      </dsp:txXfrm>
    </dsp:sp>
    <dsp:sp modelId="{41B08119-E47E-4E9B-A7F8-461F8EDEEAF0}">
      <dsp:nvSpPr>
        <dsp:cNvPr id="0" name=""/>
        <dsp:cNvSpPr/>
      </dsp:nvSpPr>
      <dsp:spPr>
        <a:xfrm rot="10800000">
          <a:off x="0" y="2482"/>
          <a:ext cx="9852956" cy="1125090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Volkswagen </a:t>
          </a:r>
          <a:r>
            <a:rPr lang="en-US" sz="1400" kern="1200" dirty="0" err="1" smtClean="0"/>
            <a:t>Beon</a:t>
          </a:r>
          <a:endParaRPr lang="en-US" sz="1400" kern="1200" dirty="0"/>
        </a:p>
      </dsp:txBody>
      <dsp:txXfrm rot="10800000">
        <a:off x="0" y="2482"/>
        <a:ext cx="9852956" cy="7310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4FE82D-B475-4DC0-B314-3FBD6BBC0021}">
      <dsp:nvSpPr>
        <dsp:cNvPr id="0" name=""/>
        <dsp:cNvSpPr/>
      </dsp:nvSpPr>
      <dsp:spPr>
        <a:xfrm>
          <a:off x="2356793" y="1226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Get PDF Files from Directory</a:t>
          </a:r>
          <a:endParaRPr lang="en-US" sz="1200" kern="1200" dirty="0"/>
        </a:p>
      </dsp:txBody>
      <dsp:txXfrm>
        <a:off x="2542953" y="187386"/>
        <a:ext cx="898858" cy="898858"/>
      </dsp:txXfrm>
    </dsp:sp>
    <dsp:sp modelId="{C0F4E98B-6CD1-42A0-B9D7-7B44EF463147}">
      <dsp:nvSpPr>
        <dsp:cNvPr id="0" name=""/>
        <dsp:cNvSpPr/>
      </dsp:nvSpPr>
      <dsp:spPr>
        <a:xfrm rot="1800000">
          <a:off x="3641746" y="894848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>
        <a:off x="3648543" y="955286"/>
        <a:ext cx="236751" cy="257414"/>
      </dsp:txXfrm>
    </dsp:sp>
    <dsp:sp modelId="{69FB4788-A353-4538-A98F-B0D5C5A6C776}">
      <dsp:nvSpPr>
        <dsp:cNvPr id="0" name=""/>
        <dsp:cNvSpPr/>
      </dsp:nvSpPr>
      <dsp:spPr>
        <a:xfrm>
          <a:off x="4010316" y="955887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Extract Text from PDF</a:t>
          </a:r>
          <a:endParaRPr lang="en-US" sz="1200" kern="1200" dirty="0"/>
        </a:p>
      </dsp:txBody>
      <dsp:txXfrm>
        <a:off x="4196476" y="1142047"/>
        <a:ext cx="898858" cy="898858"/>
      </dsp:txXfrm>
    </dsp:sp>
    <dsp:sp modelId="{B0A7CB0D-1330-4537-8E38-7F0DE2363C34}">
      <dsp:nvSpPr>
        <dsp:cNvPr id="0" name=""/>
        <dsp:cNvSpPr/>
      </dsp:nvSpPr>
      <dsp:spPr>
        <a:xfrm rot="5400000">
          <a:off x="4476796" y="2322054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>
        <a:off x="4527529" y="2357126"/>
        <a:ext cx="236751" cy="257414"/>
      </dsp:txXfrm>
    </dsp:sp>
    <dsp:sp modelId="{EB6911E0-2609-42C2-8BC7-59D9DDBE941B}">
      <dsp:nvSpPr>
        <dsp:cNvPr id="0" name=""/>
        <dsp:cNvSpPr/>
      </dsp:nvSpPr>
      <dsp:spPr>
        <a:xfrm>
          <a:off x="4010316" y="2865210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Parse ~40 Fields using Regular Expressions</a:t>
          </a:r>
          <a:endParaRPr lang="en-US" sz="1200" kern="1200" dirty="0"/>
        </a:p>
      </dsp:txBody>
      <dsp:txXfrm>
        <a:off x="4196476" y="3051370"/>
        <a:ext cx="898858" cy="898858"/>
      </dsp:txXfrm>
    </dsp:sp>
    <dsp:sp modelId="{85F9C18F-C9C7-4A56-A042-20EDEEC19429}">
      <dsp:nvSpPr>
        <dsp:cNvPr id="0" name=""/>
        <dsp:cNvSpPr/>
      </dsp:nvSpPr>
      <dsp:spPr>
        <a:xfrm rot="9000000">
          <a:off x="3658325" y="3758833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 rot="10800000">
        <a:off x="3752993" y="3819271"/>
        <a:ext cx="236751" cy="257414"/>
      </dsp:txXfrm>
    </dsp:sp>
    <dsp:sp modelId="{295862C6-7A7C-4EA7-886E-9FE35617AC48}">
      <dsp:nvSpPr>
        <dsp:cNvPr id="0" name=""/>
        <dsp:cNvSpPr/>
      </dsp:nvSpPr>
      <dsp:spPr>
        <a:xfrm>
          <a:off x="2356793" y="3819872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Clean -&gt; Format -&gt; Validate Extracted Data</a:t>
          </a:r>
          <a:endParaRPr lang="en-US" sz="1200" kern="1200" dirty="0"/>
        </a:p>
      </dsp:txBody>
      <dsp:txXfrm>
        <a:off x="2542953" y="4006032"/>
        <a:ext cx="898858" cy="898858"/>
      </dsp:txXfrm>
    </dsp:sp>
    <dsp:sp modelId="{E1C06D24-1C70-427F-9BAF-6A68B27677E6}">
      <dsp:nvSpPr>
        <dsp:cNvPr id="0" name=""/>
        <dsp:cNvSpPr/>
      </dsp:nvSpPr>
      <dsp:spPr>
        <a:xfrm rot="12600000">
          <a:off x="2004803" y="3768405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 rot="10800000">
        <a:off x="2099471" y="3879575"/>
        <a:ext cx="236751" cy="257414"/>
      </dsp:txXfrm>
    </dsp:sp>
    <dsp:sp modelId="{4A72F791-AC86-4776-A827-3D320502557A}">
      <dsp:nvSpPr>
        <dsp:cNvPr id="0" name=""/>
        <dsp:cNvSpPr/>
      </dsp:nvSpPr>
      <dsp:spPr>
        <a:xfrm>
          <a:off x="703271" y="2865210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Find First Available Excel Row</a:t>
          </a:r>
          <a:endParaRPr lang="en-US" sz="1200" kern="1200" dirty="0"/>
        </a:p>
      </dsp:txBody>
      <dsp:txXfrm>
        <a:off x="889431" y="3051370"/>
        <a:ext cx="898858" cy="898858"/>
      </dsp:txXfrm>
    </dsp:sp>
    <dsp:sp modelId="{0894906B-83D6-499C-AC15-E83C28B6B471}">
      <dsp:nvSpPr>
        <dsp:cNvPr id="0" name=""/>
        <dsp:cNvSpPr/>
      </dsp:nvSpPr>
      <dsp:spPr>
        <a:xfrm rot="16200000">
          <a:off x="1169752" y="2341199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>
        <a:off x="1220485" y="2477736"/>
        <a:ext cx="236751" cy="257414"/>
      </dsp:txXfrm>
    </dsp:sp>
    <dsp:sp modelId="{4789AC00-7F61-4794-96AC-3B4AB85D30D1}">
      <dsp:nvSpPr>
        <dsp:cNvPr id="0" name=""/>
        <dsp:cNvSpPr/>
      </dsp:nvSpPr>
      <dsp:spPr>
        <a:xfrm>
          <a:off x="703271" y="955887"/>
          <a:ext cx="1271178" cy="1271178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smtClean="0"/>
            <a:t>Write Processed Data to Excel</a:t>
          </a:r>
          <a:endParaRPr lang="en-US" sz="1200" kern="1200" dirty="0"/>
        </a:p>
      </dsp:txBody>
      <dsp:txXfrm>
        <a:off x="889431" y="1142047"/>
        <a:ext cx="898858" cy="898858"/>
      </dsp:txXfrm>
    </dsp:sp>
    <dsp:sp modelId="{C83E9D56-8EAB-466A-9751-BBFF9EF88C39}">
      <dsp:nvSpPr>
        <dsp:cNvPr id="0" name=""/>
        <dsp:cNvSpPr/>
      </dsp:nvSpPr>
      <dsp:spPr>
        <a:xfrm rot="19800000">
          <a:off x="1988223" y="904420"/>
          <a:ext cx="338216" cy="42902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000" kern="1200"/>
        </a:p>
      </dsp:txBody>
      <dsp:txXfrm>
        <a:off x="1995020" y="1015590"/>
        <a:ext cx="236751" cy="2574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845D7A-C98A-41C3-80FC-0BEEDBD8ADEF}">
      <dsp:nvSpPr>
        <dsp:cNvPr id="0" name=""/>
        <dsp:cNvSpPr/>
      </dsp:nvSpPr>
      <dsp:spPr>
        <a:xfrm>
          <a:off x="2381" y="451242"/>
          <a:ext cx="2901156" cy="11604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13" tIns="33338" rIns="33338" bIns="33338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Automation 1</a:t>
          </a:r>
          <a:endParaRPr lang="en-US" sz="2500" kern="1200" dirty="0"/>
        </a:p>
      </dsp:txBody>
      <dsp:txXfrm>
        <a:off x="582612" y="451242"/>
        <a:ext cx="1740694" cy="1160462"/>
      </dsp:txXfrm>
    </dsp:sp>
    <dsp:sp modelId="{4702CAA2-4184-4619-B937-2FEF41B6218C}">
      <dsp:nvSpPr>
        <dsp:cNvPr id="0" name=""/>
        <dsp:cNvSpPr/>
      </dsp:nvSpPr>
      <dsp:spPr>
        <a:xfrm>
          <a:off x="2613421" y="451242"/>
          <a:ext cx="2901156" cy="11604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13" tIns="33338" rIns="33338" bIns="33338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Human Verification</a:t>
          </a:r>
          <a:endParaRPr lang="en-US" sz="2500" kern="1200" dirty="0"/>
        </a:p>
      </dsp:txBody>
      <dsp:txXfrm>
        <a:off x="3193652" y="451242"/>
        <a:ext cx="1740694" cy="1160462"/>
      </dsp:txXfrm>
    </dsp:sp>
    <dsp:sp modelId="{BFC15E02-BEB2-4882-A158-46E4EA60CB78}">
      <dsp:nvSpPr>
        <dsp:cNvPr id="0" name=""/>
        <dsp:cNvSpPr/>
      </dsp:nvSpPr>
      <dsp:spPr>
        <a:xfrm>
          <a:off x="5224462" y="451242"/>
          <a:ext cx="2901156" cy="11604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13" tIns="33338" rIns="33338" bIns="33338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500" kern="1200" dirty="0" smtClean="0"/>
            <a:t>Automation 2</a:t>
          </a:r>
          <a:endParaRPr lang="en-US" sz="2500" kern="1200" dirty="0"/>
        </a:p>
      </dsp:txBody>
      <dsp:txXfrm>
        <a:off x="5804693" y="451242"/>
        <a:ext cx="1740694" cy="116046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4FE82D-B475-4DC0-B314-3FBD6BBC0021}">
      <dsp:nvSpPr>
        <dsp:cNvPr id="0" name=""/>
        <dsp:cNvSpPr/>
      </dsp:nvSpPr>
      <dsp:spPr>
        <a:xfrm>
          <a:off x="2508750" y="1625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Open and Read Excel Data</a:t>
          </a:r>
          <a:endParaRPr lang="en-US" sz="900" kern="1200" dirty="0"/>
        </a:p>
      </dsp:txBody>
      <dsp:txXfrm>
        <a:off x="2650403" y="143278"/>
        <a:ext cx="683958" cy="683958"/>
      </dsp:txXfrm>
    </dsp:sp>
    <dsp:sp modelId="{C0F4E98B-6CD1-42A0-B9D7-7B44EF463147}">
      <dsp:nvSpPr>
        <dsp:cNvPr id="0" name=""/>
        <dsp:cNvSpPr/>
      </dsp:nvSpPr>
      <dsp:spPr>
        <a:xfrm rot="1200000">
          <a:off x="3539609" y="568109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>
        <a:off x="3541940" y="620177"/>
        <a:ext cx="180414" cy="195871"/>
      </dsp:txXfrm>
    </dsp:sp>
    <dsp:sp modelId="{69FB4788-A353-4538-A98F-B0D5C5A6C776}">
      <dsp:nvSpPr>
        <dsp:cNvPr id="0" name=""/>
        <dsp:cNvSpPr/>
      </dsp:nvSpPr>
      <dsp:spPr>
        <a:xfrm>
          <a:off x="3874645" y="498771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Open SAP, Log In and Open Transaction</a:t>
          </a:r>
          <a:endParaRPr lang="en-US" sz="900" kern="1200" dirty="0"/>
        </a:p>
      </dsp:txBody>
      <dsp:txXfrm>
        <a:off x="4016298" y="640424"/>
        <a:ext cx="683958" cy="683958"/>
      </dsp:txXfrm>
    </dsp:sp>
    <dsp:sp modelId="{B0A7CB0D-1330-4537-8E38-7F0DE2363C34}">
      <dsp:nvSpPr>
        <dsp:cNvPr id="0" name=""/>
        <dsp:cNvSpPr/>
      </dsp:nvSpPr>
      <dsp:spPr>
        <a:xfrm rot="3600000">
          <a:off x="4589152" y="1442268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>
        <a:off x="4608482" y="1474077"/>
        <a:ext cx="180414" cy="195871"/>
      </dsp:txXfrm>
    </dsp:sp>
    <dsp:sp modelId="{EB6911E0-2609-42C2-8BC7-59D9DDBE941B}">
      <dsp:nvSpPr>
        <dsp:cNvPr id="0" name=""/>
        <dsp:cNvSpPr/>
      </dsp:nvSpPr>
      <dsp:spPr>
        <a:xfrm>
          <a:off x="4601423" y="1757586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Process the current Excel Row</a:t>
          </a:r>
          <a:endParaRPr lang="en-US" sz="900" kern="1200" dirty="0"/>
        </a:p>
      </dsp:txBody>
      <dsp:txXfrm>
        <a:off x="4743076" y="1899239"/>
        <a:ext cx="683958" cy="683958"/>
      </dsp:txXfrm>
    </dsp:sp>
    <dsp:sp modelId="{85F9C18F-C9C7-4A56-A042-20EDEEC19429}">
      <dsp:nvSpPr>
        <dsp:cNvPr id="0" name=""/>
        <dsp:cNvSpPr/>
      </dsp:nvSpPr>
      <dsp:spPr>
        <a:xfrm rot="6000000">
          <a:off x="4831251" y="2786545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 rot="10800000">
        <a:off x="4876624" y="2813762"/>
        <a:ext cx="180414" cy="195871"/>
      </dsp:txXfrm>
    </dsp:sp>
    <dsp:sp modelId="{295862C6-7A7C-4EA7-886E-9FE35617AC48}">
      <dsp:nvSpPr>
        <dsp:cNvPr id="0" name=""/>
        <dsp:cNvSpPr/>
      </dsp:nvSpPr>
      <dsp:spPr>
        <a:xfrm>
          <a:off x="4349016" y="3189059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Enter the Material Number in the first mask</a:t>
          </a:r>
          <a:endParaRPr lang="en-US" sz="900" kern="1200" dirty="0"/>
        </a:p>
      </dsp:txBody>
      <dsp:txXfrm>
        <a:off x="4490669" y="3330712"/>
        <a:ext cx="683958" cy="683958"/>
      </dsp:txXfrm>
    </dsp:sp>
    <dsp:sp modelId="{E1C06D24-1C70-427F-9BAF-6A68B27677E6}">
      <dsp:nvSpPr>
        <dsp:cNvPr id="0" name=""/>
        <dsp:cNvSpPr/>
      </dsp:nvSpPr>
      <dsp:spPr>
        <a:xfrm rot="8400000">
          <a:off x="4152625" y="3971940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 rot="10800000">
        <a:off x="4220900" y="4012380"/>
        <a:ext cx="180414" cy="195871"/>
      </dsp:txXfrm>
    </dsp:sp>
    <dsp:sp modelId="{4470F32E-1AD4-4592-AD32-6674BF7F5D21}">
      <dsp:nvSpPr>
        <dsp:cNvPr id="0" name=""/>
        <dsp:cNvSpPr/>
      </dsp:nvSpPr>
      <dsp:spPr>
        <a:xfrm>
          <a:off x="3235528" y="4123386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Enter values in the second mask</a:t>
          </a:r>
          <a:endParaRPr lang="en-US" sz="900" kern="1200" dirty="0"/>
        </a:p>
      </dsp:txBody>
      <dsp:txXfrm>
        <a:off x="3377181" y="4265039"/>
        <a:ext cx="683958" cy="683958"/>
      </dsp:txXfrm>
    </dsp:sp>
    <dsp:sp modelId="{7707BE3A-96A1-48ED-8CA9-6B591B88A022}">
      <dsp:nvSpPr>
        <dsp:cNvPr id="0" name=""/>
        <dsp:cNvSpPr/>
      </dsp:nvSpPr>
      <dsp:spPr>
        <a:xfrm rot="10800000">
          <a:off x="2870810" y="4443793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 rot="10800000">
        <a:off x="2948130" y="4509083"/>
        <a:ext cx="180414" cy="195871"/>
      </dsp:txXfrm>
    </dsp:sp>
    <dsp:sp modelId="{03CD9637-D32D-416C-B568-B00E6B795E56}">
      <dsp:nvSpPr>
        <dsp:cNvPr id="0" name=""/>
        <dsp:cNvSpPr/>
      </dsp:nvSpPr>
      <dsp:spPr>
        <a:xfrm>
          <a:off x="1781973" y="4123386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Save the entry</a:t>
          </a:r>
          <a:endParaRPr lang="en-US" sz="900" kern="1200" dirty="0"/>
        </a:p>
      </dsp:txBody>
      <dsp:txXfrm>
        <a:off x="1923626" y="4265039"/>
        <a:ext cx="683958" cy="683958"/>
      </dsp:txXfrm>
    </dsp:sp>
    <dsp:sp modelId="{89C5A3A4-13CD-49DE-9FA4-95F0C83FC670}">
      <dsp:nvSpPr>
        <dsp:cNvPr id="0" name=""/>
        <dsp:cNvSpPr/>
      </dsp:nvSpPr>
      <dsp:spPr>
        <a:xfrm rot="13200000">
          <a:off x="1585582" y="3981318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 rot="10800000">
        <a:off x="1653857" y="4071458"/>
        <a:ext cx="180414" cy="195871"/>
      </dsp:txXfrm>
    </dsp:sp>
    <dsp:sp modelId="{44074F84-692E-4271-938F-D69143EEB759}">
      <dsp:nvSpPr>
        <dsp:cNvPr id="0" name=""/>
        <dsp:cNvSpPr/>
      </dsp:nvSpPr>
      <dsp:spPr>
        <a:xfrm>
          <a:off x="668485" y="3189059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Upload PDF in the third mask</a:t>
          </a:r>
          <a:endParaRPr lang="en-US" sz="900" kern="1200" dirty="0"/>
        </a:p>
      </dsp:txBody>
      <dsp:txXfrm>
        <a:off x="810138" y="3330712"/>
        <a:ext cx="683958" cy="683958"/>
      </dsp:txXfrm>
    </dsp:sp>
    <dsp:sp modelId="{EC042A36-6720-4BC4-9011-B3458DD8B5C1}">
      <dsp:nvSpPr>
        <dsp:cNvPr id="0" name=""/>
        <dsp:cNvSpPr/>
      </dsp:nvSpPr>
      <dsp:spPr>
        <a:xfrm rot="15600000">
          <a:off x="898313" y="2800913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 rot="10800000">
        <a:off x="943686" y="2904276"/>
        <a:ext cx="180414" cy="195871"/>
      </dsp:txXfrm>
    </dsp:sp>
    <dsp:sp modelId="{E28341A0-D4AC-467A-A0CA-311C2FD434F5}">
      <dsp:nvSpPr>
        <dsp:cNvPr id="0" name=""/>
        <dsp:cNvSpPr/>
      </dsp:nvSpPr>
      <dsp:spPr>
        <a:xfrm>
          <a:off x="416077" y="1757586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Complete transaction</a:t>
          </a:r>
          <a:endParaRPr lang="en-US" sz="900" kern="1200" dirty="0"/>
        </a:p>
      </dsp:txBody>
      <dsp:txXfrm>
        <a:off x="557730" y="1899239"/>
        <a:ext cx="683958" cy="683958"/>
      </dsp:txXfrm>
    </dsp:sp>
    <dsp:sp modelId="{93FB72D8-DBBC-403D-9D47-69A2864F1819}">
      <dsp:nvSpPr>
        <dsp:cNvPr id="0" name=""/>
        <dsp:cNvSpPr/>
      </dsp:nvSpPr>
      <dsp:spPr>
        <a:xfrm rot="18000000">
          <a:off x="1130584" y="1454902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>
        <a:off x="1149914" y="1553673"/>
        <a:ext cx="180414" cy="195871"/>
      </dsp:txXfrm>
    </dsp:sp>
    <dsp:sp modelId="{84348965-815A-4291-80C2-8B262C9EAA34}">
      <dsp:nvSpPr>
        <dsp:cNvPr id="0" name=""/>
        <dsp:cNvSpPr/>
      </dsp:nvSpPr>
      <dsp:spPr>
        <a:xfrm>
          <a:off x="1142855" y="498771"/>
          <a:ext cx="967264" cy="96726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900" kern="1200" dirty="0" smtClean="0"/>
            <a:t>Continue with next row (Repeat)</a:t>
          </a:r>
          <a:endParaRPr lang="en-US" sz="900" kern="1200" dirty="0"/>
        </a:p>
      </dsp:txBody>
      <dsp:txXfrm>
        <a:off x="1284508" y="640424"/>
        <a:ext cx="683958" cy="683958"/>
      </dsp:txXfrm>
    </dsp:sp>
    <dsp:sp modelId="{28EAC5EC-B9FF-4AB2-9C58-18778538D813}">
      <dsp:nvSpPr>
        <dsp:cNvPr id="0" name=""/>
        <dsp:cNvSpPr/>
      </dsp:nvSpPr>
      <dsp:spPr>
        <a:xfrm rot="20400000">
          <a:off x="2173713" y="573099"/>
          <a:ext cx="257734" cy="32645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700" kern="1200"/>
        </a:p>
      </dsp:txBody>
      <dsp:txXfrm>
        <a:off x="2176044" y="651611"/>
        <a:ext cx="180414" cy="195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99A0D-631E-433C-8D9A-62096BDE4393}" type="datetimeFigureOut">
              <a:rPr lang="de-DE" smtClean="0"/>
              <a:t>11.09.2026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1F9015-3A23-4614-ADCC-162587A8393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032674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A25870-6881-437C-8253-115FAB5C6C9A}" type="datetimeFigureOut">
              <a:rPr lang="de-DE" smtClean="0"/>
              <a:t>11.09.2026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0EB736-B50B-4F9F-9788-167D8314734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27058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8089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4485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11B062-5355-9BDD-E092-2E67326BD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AF5E727-E271-8319-6C7E-166805707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90EBCE1-1B8A-8334-2564-08E854280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DBA224F-864D-79E2-B1F4-A5146CF0F7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229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86694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6685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79329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50052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77600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4573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3392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7760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6110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833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1921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0EB736-B50B-4F9F-9788-167D8314734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69977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3.png"/><Relationship Id="rId2" Type="http://schemas.openxmlformats.org/officeDocument/2006/relationships/tags" Target="../tags/tag4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7958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13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Grafik 9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526" y="6622963"/>
            <a:ext cx="1743312" cy="115814"/>
          </a:xfrm>
          <a:prstGeom prst="rect">
            <a:avLst/>
          </a:prstGeom>
        </p:spPr>
      </p:pic>
      <p:sp>
        <p:nvSpPr>
          <p:cNvPr id="6" name="Titel 1"/>
          <p:cNvSpPr>
            <a:spLocks noGrp="1"/>
          </p:cNvSpPr>
          <p:nvPr>
            <p:ph type="ctrTitle"/>
          </p:nvPr>
        </p:nvSpPr>
        <p:spPr bwMode="gray">
          <a:xfrm>
            <a:off x="916800" y="2286000"/>
            <a:ext cx="10363200" cy="1144800"/>
          </a:xfrm>
        </p:spPr>
        <p:txBody>
          <a:bodyPr vert="horz" anchor="ctr">
            <a:noAutofit/>
          </a:bodyPr>
          <a:lstStyle>
            <a:lvl1pPr algn="ctr">
              <a:defRPr sz="20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noProof="0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/>
          </p:nvPr>
        </p:nvSpPr>
        <p:spPr bwMode="gray">
          <a:xfrm>
            <a:off x="1833600" y="3430800"/>
            <a:ext cx="8534400" cy="1753200"/>
          </a:xfrm>
        </p:spPr>
        <p:txBody>
          <a:bodyPr lIns="0" tIns="72000" rIns="0" bIns="72000">
            <a:noAutofit/>
          </a:bodyPr>
          <a:lstStyle>
            <a:lvl1pPr marL="0" indent="0" algn="ctr">
              <a:buNone/>
              <a:defRPr sz="1600" b="1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9823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796508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37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964800" y="4406400"/>
            <a:ext cx="10363200" cy="1360800"/>
          </a:xfrm>
        </p:spPr>
        <p:txBody>
          <a:bodyPr vert="horz" lIns="360000" rIns="90000" bIns="0" anchor="t">
            <a:noAutofit/>
          </a:bodyPr>
          <a:lstStyle>
            <a:lvl1pPr>
              <a:defRPr sz="4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platzhalter 2"/>
          <p:cNvSpPr>
            <a:spLocks noGrp="1"/>
          </p:cNvSpPr>
          <p:nvPr>
            <p:ph type="body" idx="1" hasCustomPrompt="1"/>
          </p:nvPr>
        </p:nvSpPr>
        <p:spPr bwMode="gray">
          <a:xfrm>
            <a:off x="964800" y="2905200"/>
            <a:ext cx="10363200" cy="1501200"/>
          </a:xfrm>
        </p:spPr>
        <p:txBody>
          <a:bodyPr lIns="360000" tIns="360000" rIns="360000" bIns="360000" anchor="b">
            <a:noAutofit/>
          </a:bodyPr>
          <a:lstStyle>
            <a:lvl1pPr marL="0" indent="0">
              <a:buNone/>
              <a:defRPr sz="20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title style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3488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480853"/>
            <a:ext cx="1743312" cy="102547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01625" y="3970428"/>
            <a:ext cx="5184775" cy="1323474"/>
          </a:xfrm>
        </p:spPr>
        <p:txBody>
          <a:bodyPr tIns="0" bIns="0" anchor="b"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  <a:endParaRPr lang="de-DE" noProof="0" dirty="0"/>
          </a:p>
        </p:txBody>
      </p:sp>
      <p:pic>
        <p:nvPicPr>
          <p:cNvPr id="7" name="Grafik 10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sp>
        <p:nvSpPr>
          <p:cNvPr id="5" name="Textplatzhalt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01625" y="5293902"/>
            <a:ext cx="5184775" cy="700237"/>
          </a:xfrm>
        </p:spPr>
        <p:txBody>
          <a:bodyPr tIns="0" bIns="0" anchor="b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Click to edit Master subtitle style</a:t>
            </a:r>
            <a:endParaRPr lang="de-DE" dirty="0"/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0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562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5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765594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61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4333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81890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85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8" y="1563625"/>
            <a:ext cx="11483974" cy="4961002"/>
          </a:xfrm>
        </p:spPr>
        <p:txBody>
          <a:bodyPr tIns="360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300038" y="883567"/>
            <a:ext cx="11483974" cy="540000"/>
          </a:xfrm>
          <a:solidFill>
            <a:schemeClr val="accent1"/>
          </a:solidFill>
        </p:spPr>
        <p:txBody>
          <a:bodyPr lIns="72000" tIns="72000" rIns="72000" bIns="72000" anchor="ctr"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2998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603417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09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7" y="835199"/>
            <a:ext cx="11483975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0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92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kt 6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585258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33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9" y="835199"/>
            <a:ext cx="5604438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 bwMode="gray">
          <a:xfrm>
            <a:off x="6178812" y="835199"/>
            <a:ext cx="5605200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1896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with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072315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57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 bwMode="gray">
          <a:xfrm>
            <a:off x="300038" y="1375200"/>
            <a:ext cx="5603963" cy="5149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 bwMode="gray">
          <a:xfrm>
            <a:off x="6178812" y="1375200"/>
            <a:ext cx="5605200" cy="5149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2"/>
          </p:nvPr>
        </p:nvSpPr>
        <p:spPr bwMode="gray">
          <a:xfrm>
            <a:off x="300038" y="835199"/>
            <a:ext cx="5603963" cy="54000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3"/>
          </p:nvPr>
        </p:nvSpPr>
        <p:spPr bwMode="gray">
          <a:xfrm>
            <a:off x="6179113" y="835199"/>
            <a:ext cx="5604899" cy="540001"/>
          </a:xfrm>
        </p:spPr>
        <p:txBody>
          <a:bodyPr>
            <a:noAutofit/>
          </a:bodyPr>
          <a:lstStyle>
            <a:lvl1pPr marL="0" marR="0" indent="0" algn="l" defTabSz="685800" rtl="0" eaLnBrk="1" fontAlgn="auto" latinLnBrk="0" hangingPunct="1">
              <a:lnSpc>
                <a:spcPct val="93000"/>
              </a:lnSpc>
              <a:spcBef>
                <a:spcPts val="400"/>
              </a:spcBef>
              <a:spcAft>
                <a:spcPts val="0"/>
              </a:spcAft>
              <a:buClr>
                <a:schemeClr val="tx2"/>
              </a:buClr>
              <a:buSzTx/>
              <a:buFontTx/>
              <a:buNone/>
              <a:tabLst/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3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7642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28175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81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7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8218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734852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5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 bwMode="gray">
          <a:xfrm>
            <a:off x="300038" y="835199"/>
            <a:ext cx="4451762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1"/>
          </p:nvPr>
        </p:nvSpPr>
        <p:spPr bwMode="gray">
          <a:xfrm>
            <a:off x="5039802" y="835199"/>
            <a:ext cx="6744210" cy="56894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11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4862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296785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29" name="think-cell Folie" r:id="rId4" imgW="353" imgH="353" progId="TCLayout.ActiveDocument.1">
                  <p:embed/>
                </p:oleObj>
              </mc:Choice>
              <mc:Fallback>
                <p:oleObj name="think-cell Folie" r:id="rId4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2390641" y="5502325"/>
            <a:ext cx="7315200" cy="806400"/>
          </a:xfrm>
        </p:spPr>
        <p:txBody>
          <a:bodyPr vert="horz"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0"/>
          </p:nvPr>
        </p:nvSpPr>
        <p:spPr bwMode="gray">
          <a:xfrm>
            <a:off x="2390641" y="835199"/>
            <a:ext cx="7315200" cy="3960000"/>
          </a:xfrm>
        </p:spPr>
        <p:txBody>
          <a:bodyPr/>
          <a:lstStyle/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/>
          </p:nvPr>
        </p:nvSpPr>
        <p:spPr bwMode="gray">
          <a:xfrm>
            <a:off x="2390641" y="4802400"/>
            <a:ext cx="7315200" cy="5652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elplatzhalter 1"/>
          <p:cNvSpPr txBox="1">
            <a:spLocks/>
          </p:cNvSpPr>
          <p:nvPr userDrawn="1"/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>
            <a:lvl1pPr algn="l" defTabSz="6858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1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1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17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vmlDrawing" Target="../drawings/vmlDrawing1.v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kt 7" hidden="1"/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637091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9" name="think-cell Folie" r:id="rId16" imgW="353" imgH="353" progId="TCLayout.ActiveDocument.1">
                  <p:embed/>
                </p:oleObj>
              </mc:Choice>
              <mc:Fallback>
                <p:oleObj name="think-cell Folie" r:id="rId16" imgW="353" imgH="353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hteck 4" hidden="1"/>
          <p:cNvSpPr/>
          <p:nvPr userDrawn="1">
            <p:custDataLst>
              <p:tags r:id="rId15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bg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 eaLnBrk="1"/>
            <a:endParaRPr lang="de-DE" sz="1800" b="1" i="0" baseline="0" dirty="0" err="1">
              <a:solidFill>
                <a:schemeClr val="tx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300038" y="113217"/>
            <a:ext cx="9540874" cy="594000"/>
          </a:xfrm>
          <a:prstGeom prst="rect">
            <a:avLst/>
          </a:prstGeom>
        </p:spPr>
        <p:txBody>
          <a:bodyPr vert="horz" lIns="0" tIns="72000" rIns="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de-DE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300038" y="837588"/>
            <a:ext cx="11483974" cy="5687038"/>
          </a:xfrm>
          <a:prstGeom prst="rect">
            <a:avLst/>
          </a:prstGeom>
        </p:spPr>
        <p:txBody>
          <a:bodyPr vert="horz" lIns="0" tIns="360000" rIns="0" bIns="360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61" y="230400"/>
            <a:ext cx="1725025" cy="359634"/>
          </a:xfrm>
          <a:prstGeom prst="rect">
            <a:avLst/>
          </a:prstGeom>
        </p:spPr>
      </p:pic>
      <p:pic>
        <p:nvPicPr>
          <p:cNvPr id="7" name="Grafik 6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526" y="6622963"/>
            <a:ext cx="1743312" cy="115814"/>
          </a:xfrm>
          <a:prstGeom prst="rect">
            <a:avLst/>
          </a:prstGeom>
        </p:spPr>
      </p:pic>
      <p:sp>
        <p:nvSpPr>
          <p:cNvPr id="11" name="Text Box 7"/>
          <p:cNvSpPr txBox="1">
            <a:spLocks noChangeArrowheads="1"/>
          </p:cNvSpPr>
          <p:nvPr/>
        </p:nvSpPr>
        <p:spPr bwMode="auto">
          <a:xfrm rot="16200000">
            <a:off x="9022855" y="3614034"/>
            <a:ext cx="5911865" cy="317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46800" rIns="46800">
            <a:spAutoFit/>
          </a:bodyPr>
          <a:lstStyle>
            <a:lvl1pPr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1pPr>
            <a:lvl2pPr marL="742950" indent="-28575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2pPr>
            <a:lvl3pPr marL="11430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3pPr>
            <a:lvl4pPr marL="16002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4pPr>
            <a:lvl5pPr marL="2057400" indent="-228600"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5pPr>
            <a:lvl6pPr marL="25146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6pPr>
            <a:lvl7pPr marL="29718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7pPr>
            <a:lvl8pPr marL="34290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8pPr>
            <a:lvl9pPr marL="3886200" indent="-228600" defTabSz="449263" eaLnBrk="0" fontAlgn="base" hangingPunct="0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defRPr sz="1600" b="1">
                <a:solidFill>
                  <a:schemeClr val="tx2"/>
                </a:solidFill>
                <a:latin typeface="Arial" panose="020B0604020202020204" pitchFamily="34" charset="0"/>
                <a:ea typeface="Lucida Sans Unicode" panose="020B0602030504020204" pitchFamily="34" charset="0"/>
                <a:cs typeface="Lucida Sans Unicode" panose="020B0602030504020204" pitchFamily="34" charset="0"/>
              </a:defRPr>
            </a:lvl9pPr>
          </a:lstStyle>
          <a:p>
            <a:pPr algn="ctr">
              <a:lnSpc>
                <a:spcPct val="95000"/>
              </a:lnSpc>
              <a:buClr>
                <a:srgbClr val="000000"/>
              </a:buClr>
              <a:buSzPct val="100000"/>
              <a:defRPr/>
            </a:pPr>
            <a:r>
              <a:rPr lang="en-US" altLang="de-DE" sz="770" b="0" noProof="0" dirty="0">
                <a:solidFill>
                  <a:schemeClr val="tx2"/>
                </a:solidFill>
              </a:rPr>
              <a:t>© 2022, KOSTAL </a:t>
            </a:r>
            <a:r>
              <a:rPr lang="en-US" altLang="de-DE" sz="770" b="0" noProof="0" dirty="0" err="1">
                <a:solidFill>
                  <a:schemeClr val="tx2"/>
                </a:solidFill>
              </a:rPr>
              <a:t>Automobil</a:t>
            </a:r>
            <a:r>
              <a:rPr lang="en-US" altLang="de-DE" sz="770" b="0" noProof="0" dirty="0">
                <a:solidFill>
                  <a:schemeClr val="tx2"/>
                </a:solidFill>
              </a:rPr>
              <a:t> </a:t>
            </a:r>
            <a:r>
              <a:rPr lang="en-US" altLang="de-DE" sz="770" b="0" noProof="0" dirty="0" err="1">
                <a:solidFill>
                  <a:schemeClr val="tx2"/>
                </a:solidFill>
              </a:rPr>
              <a:t>Elektrik</a:t>
            </a:r>
            <a:r>
              <a:rPr lang="en-US" altLang="de-DE" sz="770" b="0" noProof="0" dirty="0">
                <a:solidFill>
                  <a:schemeClr val="tx2"/>
                </a:solidFill>
              </a:rPr>
              <a:t> GmbH &amp; Co. KG. Contents and presentation are protected world-wide. Any kind of using,</a:t>
            </a:r>
          </a:p>
          <a:p>
            <a:pPr algn="ctr">
              <a:lnSpc>
                <a:spcPct val="95000"/>
              </a:lnSpc>
              <a:buClr>
                <a:srgbClr val="000000"/>
              </a:buClr>
              <a:buSzPct val="100000"/>
              <a:defRPr/>
            </a:pPr>
            <a:r>
              <a:rPr lang="en-US" altLang="de-DE" sz="770" b="0" noProof="0" dirty="0">
                <a:solidFill>
                  <a:schemeClr val="tx2"/>
                </a:solidFill>
              </a:rPr>
              <a:t>copying etc. is prohibited without prior permission. All rights - incl. Industrial property rights - are reserved.</a:t>
            </a:r>
          </a:p>
        </p:txBody>
      </p:sp>
      <p:sp>
        <p:nvSpPr>
          <p:cNvPr id="4" name="Rechteck 3"/>
          <p:cNvSpPr/>
          <p:nvPr userDrawn="1"/>
        </p:nvSpPr>
        <p:spPr>
          <a:xfrm>
            <a:off x="0" y="783507"/>
            <a:ext cx="12193847" cy="36000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50000">
                <a:schemeClr val="accent2"/>
              </a:gs>
              <a:gs pos="100000">
                <a:schemeClr val="accent3"/>
              </a:gs>
            </a:gsLst>
            <a:lin ang="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endParaRPr lang="de-DE" sz="1600" b="0" dirty="0" err="1">
              <a:solidFill>
                <a:schemeClr val="tx1"/>
              </a:solidFill>
            </a:endParaRPr>
          </a:p>
        </p:txBody>
      </p:sp>
      <p:sp>
        <p:nvSpPr>
          <p:cNvPr id="1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  <a:prstGeom prst="rect">
            <a:avLst/>
          </a:prstGeom>
        </p:spPr>
        <p:txBody>
          <a:bodyPr lIns="0" rIns="0"/>
          <a:lstStyle>
            <a:lvl1pPr>
              <a:defRPr sz="900"/>
            </a:lvl1pPr>
          </a:lstStyle>
          <a:p>
            <a:r>
              <a:rPr lang="de-DE" sz="900" noProof="0">
                <a:solidFill>
                  <a:schemeClr val="tx2"/>
                </a:solidFill>
              </a:rPr>
              <a:t>Occasion / Author / </a:t>
            </a:r>
            <a:r>
              <a:rPr lang="nn-NO" sz="900" noProof="0">
                <a:solidFill>
                  <a:schemeClr val="tx2"/>
                </a:solidFill>
              </a:rPr>
              <a:t>KOMAK </a:t>
            </a:r>
            <a:r>
              <a:rPr lang="nn-NO" sz="900" noProof="0" dirty="0">
                <a:solidFill>
                  <a:schemeClr val="tx2"/>
                </a:solidFill>
              </a:rPr>
              <a:t>/ SAP-DocuLink implementation at KOMAK / Kristina K. / 29.08.2022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15" name="Slide Number Placeholder 11"/>
          <p:cNvSpPr>
            <a:spLocks noGrp="1"/>
          </p:cNvSpPr>
          <p:nvPr>
            <p:ph type="sldNum" sz="quarter" idx="4"/>
          </p:nvPr>
        </p:nvSpPr>
        <p:spPr>
          <a:xfrm>
            <a:off x="5655065" y="6558471"/>
            <a:ext cx="881871" cy="24479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900">
                <a:solidFill>
                  <a:srgbClr val="1E467D"/>
                </a:solidFill>
              </a:defRPr>
            </a:lvl1pPr>
          </a:lstStyle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1950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1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Tx/>
        <a:buNone/>
        <a:defRPr sz="16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342000" indent="-342000" algn="l" defTabSz="6858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Wingdings" panose="05000000000000000000" pitchFamily="2" charset="2"/>
        <a:buChar char="§"/>
        <a:defRPr sz="16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741600" indent="-3420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1144800" indent="-2304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165600" algn="l" defTabSz="685800" rtl="0" eaLnBrk="1" latinLnBrk="0" hangingPunct="1">
        <a:lnSpc>
          <a:spcPct val="100000"/>
        </a:lnSpc>
        <a:spcBef>
          <a:spcPts val="300"/>
        </a:spcBef>
        <a:buClr>
          <a:schemeClr val="tx2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04" userDrawn="1">
          <p15:clr>
            <a:srgbClr val="F26B43"/>
          </p15:clr>
        </p15:guide>
        <p15:guide id="2" pos="189">
          <p15:clr>
            <a:srgbClr val="F26B43"/>
          </p15:clr>
        </p15:guide>
        <p15:guide id="3" pos="7423">
          <p15:clr>
            <a:srgbClr val="F26B43"/>
          </p15:clr>
        </p15:guide>
        <p15:guide id="4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slideLayout" Target="../slideLayouts/slideLayout6.xml"/><Relationship Id="rId7" Type="http://schemas.openxmlformats.org/officeDocument/2006/relationships/diagramQuickStyle" Target="../diagrams/quickStyle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10" Type="http://schemas.openxmlformats.org/officeDocument/2006/relationships/image" Target="../media/image22.png"/><Relationship Id="rId4" Type="http://schemas.openxmlformats.org/officeDocument/2006/relationships/notesSlide" Target="../notesSlides/notesSlide6.xml"/><Relationship Id="rId9" Type="http://schemas.microsoft.com/office/2007/relationships/diagramDrawing" Target="../diagrams/drawing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4.xml"/><Relationship Id="rId3" Type="http://schemas.openxmlformats.org/officeDocument/2006/relationships/slideLayout" Target="../slideLayouts/slideLayout6.xml"/><Relationship Id="rId7" Type="http://schemas.openxmlformats.org/officeDocument/2006/relationships/diagramQuickStyle" Target="../diagrams/quickStyle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diagramLayout" Target="../diagrams/layout4.xml"/><Relationship Id="rId5" Type="http://schemas.openxmlformats.org/officeDocument/2006/relationships/diagramData" Target="../diagrams/data4.xml"/><Relationship Id="rId10" Type="http://schemas.openxmlformats.org/officeDocument/2006/relationships/image" Target="../media/image23.png"/><Relationship Id="rId4" Type="http://schemas.openxmlformats.org/officeDocument/2006/relationships/notesSlide" Target="../notesSlides/notesSlide8.xml"/><Relationship Id="rId9" Type="http://schemas.microsoft.com/office/2007/relationships/diagramDrawing" Target="../diagrams/drawing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 dirty="0"/>
              <a:t>Automation of Data Flow </a:t>
            </a:r>
            <a:r>
              <a:rPr lang="en-US" sz="4000" b="1" dirty="0" smtClean="0"/>
              <a:t>from </a:t>
            </a:r>
            <a:r>
              <a:rPr lang="en-US" sz="4000" b="1" dirty="0"/>
              <a:t>Volkswagen BEON to SAP </a:t>
            </a:r>
            <a:r>
              <a:rPr lang="en-US" sz="4000" b="1" dirty="0" err="1"/>
              <a:t>DocuLink</a:t>
            </a:r>
            <a:endParaRPr lang="en-US" sz="4000" b="1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31200" y="3588455"/>
            <a:ext cx="8534400" cy="1753200"/>
          </a:xfrm>
        </p:spPr>
        <p:txBody>
          <a:bodyPr/>
          <a:lstStyle/>
          <a:p>
            <a:r>
              <a:rPr lang="de-DE" sz="1800" dirty="0"/>
              <a:t>Presented by: Blagoja </a:t>
            </a:r>
            <a:r>
              <a:rPr lang="de-DE" sz="1800" dirty="0" smtClean="0"/>
              <a:t>Pavleski</a:t>
            </a:r>
          </a:p>
          <a:p>
            <a:r>
              <a:rPr lang="de-DE" sz="1800" dirty="0" smtClean="0"/>
              <a:t>AQA intern</a:t>
            </a:r>
          </a:p>
          <a:p>
            <a:endParaRPr lang="de-DE" sz="1800" dirty="0" smtClean="0"/>
          </a:p>
          <a:p>
            <a:r>
              <a:rPr lang="de-DE" sz="1800" dirty="0" smtClean="0"/>
              <a:t>Mentor: Mitko Talevski</a:t>
            </a:r>
          </a:p>
          <a:p>
            <a:r>
              <a:rPr lang="de-DE" sz="1800" dirty="0" smtClean="0"/>
              <a:t>AQA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130198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Project overview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8B1037F-964B-7EDC-6F7D-64F2ED350504}"/>
              </a:ext>
            </a:extLst>
          </p:cNvPr>
          <p:cNvSpPr txBox="1">
            <a:spLocks/>
          </p:cNvSpPr>
          <p:nvPr/>
        </p:nvSpPr>
        <p:spPr>
          <a:xfrm>
            <a:off x="300037" y="995511"/>
            <a:ext cx="11429999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5" y="2326692"/>
            <a:ext cx="3530649" cy="282118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284" y="2326692"/>
            <a:ext cx="3530649" cy="282118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534" y="2326692"/>
            <a:ext cx="3530649" cy="282118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160" y="2602917"/>
            <a:ext cx="609600" cy="609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38160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160" y="3812592"/>
            <a:ext cx="3054399" cy="1218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>
                <a:solidFill>
                  <a:srgbClr val="475569"/>
                </a:solidFill>
                <a:latin typeface="Inter"/>
              </a:rPr>
              <a:t>A repetitive manual process required transferring customer response information between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: </a:t>
            </a:r>
            <a:br>
              <a:rPr lang="en-US" sz="1200" dirty="0" smtClean="0">
                <a:solidFill>
                  <a:srgbClr val="475569"/>
                </a:solidFill>
                <a:latin typeface="Inter"/>
              </a:rPr>
            </a:b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Volkswagen BEON</a:t>
            </a:r>
            <a:r>
              <a:rPr lang="en-US" sz="1200" b="0" i="0" u="none" dirty="0" smtClean="0">
                <a:solidFill>
                  <a:srgbClr val="475569"/>
                </a:solidFill>
                <a:latin typeface="Inter"/>
              </a:rPr>
              <a:t>,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PDF</a:t>
            </a:r>
            <a:r>
              <a:rPr lang="en-US" sz="1200" b="0" i="0" u="none" dirty="0" smtClean="0">
                <a:solidFill>
                  <a:srgbClr val="475569"/>
                </a:solidFill>
                <a:latin typeface="Inter"/>
              </a:rPr>
              <a:t>,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Excel</a:t>
            </a:r>
            <a:r>
              <a:rPr lang="en-US" sz="1200" dirty="0">
                <a:solidFill>
                  <a:srgbClr val="475569"/>
                </a:solidFill>
                <a:latin typeface="Inter"/>
              </a:rPr>
              <a:t> 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and </a:t>
            </a:r>
            <a:r>
              <a:rPr sz="1200" b="0" i="0" u="none" dirty="0" smtClean="0">
                <a:solidFill>
                  <a:srgbClr val="475569"/>
                </a:solidFill>
                <a:latin typeface="Inter"/>
              </a:rPr>
              <a:t>SAP </a:t>
            </a:r>
            <a:r>
              <a:rPr sz="1200" b="0" i="0" u="none" dirty="0" err="1">
                <a:solidFill>
                  <a:srgbClr val="475569"/>
                </a:solidFill>
                <a:latin typeface="Inter"/>
              </a:rPr>
              <a:t>DocuLink</a:t>
            </a:r>
            <a:r>
              <a:rPr sz="1200" b="0" i="0" u="none" dirty="0">
                <a:solidFill>
                  <a:srgbClr val="475569"/>
                </a:solidFill>
                <a:latin typeface="Inter"/>
              </a:rPr>
              <a:t>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409" y="2602917"/>
            <a:ext cx="609600" cy="609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297409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Goal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409" y="3812592"/>
            <a:ext cx="3054399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Automate repetitive tasks, reduce manual data entry, and improve processing efficiency.</a:t>
            </a:r>
            <a:endParaRPr sz="12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6659" y="2602917"/>
            <a:ext cx="609600" cy="609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56659" y="3383967"/>
            <a:ext cx="320711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The 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6659" y="3812592"/>
            <a:ext cx="3054399" cy="12182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860"/>
              </a:lnSpc>
            </a:pPr>
            <a:r>
              <a:rPr lang="en-US" sz="1200" dirty="0">
                <a:solidFill>
                  <a:srgbClr val="475569"/>
                </a:solidFill>
                <a:latin typeface="Inter"/>
              </a:rPr>
              <a:t>A two-stage Robotic Process Automation (RPA) solution developed using Microsoft Power </a:t>
            </a:r>
            <a:r>
              <a:rPr lang="en-US" sz="1200" dirty="0" smtClean="0">
                <a:solidFill>
                  <a:srgbClr val="475569"/>
                </a:solidFill>
                <a:latin typeface="Inter"/>
              </a:rPr>
              <a:t>Automate.</a:t>
            </a:r>
            <a:r>
              <a:rPr lang="en-US" sz="1200" dirty="0">
                <a:solidFill>
                  <a:srgbClr val="475569"/>
                </a:solidFill>
                <a:latin typeface="Inter"/>
              </a:rPr>
              <a:t/>
            </a:r>
            <a:br>
              <a:rPr lang="en-US" sz="1200" dirty="0">
                <a:solidFill>
                  <a:srgbClr val="475569"/>
                </a:solidFill>
                <a:latin typeface="Inter"/>
              </a:rPr>
            </a:br>
            <a:r>
              <a:rPr lang="en-US" sz="1200" dirty="0">
                <a:solidFill>
                  <a:srgbClr val="475569"/>
                </a:solidFill>
                <a:latin typeface="Inter"/>
              </a:rPr>
              <a:t>PDF → Excel → Human Verification → SAP </a:t>
            </a:r>
            <a:r>
              <a:rPr lang="en-US" sz="1200" dirty="0" err="1">
                <a:solidFill>
                  <a:srgbClr val="475569"/>
                </a:solidFill>
                <a:latin typeface="Inter"/>
              </a:rPr>
              <a:t>DocuLink</a:t>
            </a:r>
            <a:endParaRPr sz="120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510" y="2736267"/>
            <a:ext cx="342900" cy="3429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30759" y="2736267"/>
            <a:ext cx="342900" cy="3429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7146" y="2736267"/>
            <a:ext cx="428625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72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04F68E-7479-5C5F-F7C1-260D1FBCF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xmlns="" id="{C2FED81F-9B46-1575-45DB-AA4C7225F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smtClean="0"/>
              <a:t>Before Automation: The Manual Workflow</a:t>
            </a:r>
            <a:endParaRPr lang="en-US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05E84AAC-AB39-790B-52CD-048A70BA1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xmlns="" id="{F7CE67FB-171A-35F0-FF2D-C1B8604798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06" y="2401736"/>
            <a:ext cx="2541240" cy="10417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3825" y="883689"/>
            <a:ext cx="2541240" cy="10417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9745" y="2401736"/>
            <a:ext cx="2541240" cy="10417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665" y="883689"/>
            <a:ext cx="2541240" cy="10417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7906" y="2144560"/>
            <a:ext cx="11430000" cy="4571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396" y="2563661"/>
            <a:ext cx="232825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>
                <a:solidFill>
                  <a:srgbClr val="2563EB"/>
                </a:solidFill>
                <a:latin typeface="Poppins SemiBold"/>
              </a:rPr>
              <a:t>1. VW BEON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31" y="2868461"/>
            <a:ext cx="2217390" cy="4131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Navigate portal and search customer reports.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0316" y="1045614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2.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Download 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&amp; </a:t>
            </a:r>
            <a:r>
              <a:rPr lang="en-US" sz="1275" dirty="0" smtClean="0">
                <a:solidFill>
                  <a:srgbClr val="2563EB"/>
                </a:solidFill>
                <a:latin typeface="Poppins SemiBold"/>
              </a:rPr>
              <a:t>Store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PDF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75750" y="1350414"/>
            <a:ext cx="2217390" cy="4131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 dirty="0">
                <a:solidFill>
                  <a:srgbClr val="475569"/>
                </a:solidFill>
                <a:latin typeface="Inter"/>
              </a:rPr>
              <a:t>Download PDF report and manually </a:t>
            </a: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store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 </a:t>
            </a:r>
            <a:r>
              <a:rPr sz="1050" b="0" i="0" u="none" dirty="0">
                <a:solidFill>
                  <a:srgbClr val="475569"/>
                </a:solidFill>
                <a:latin typeface="Inter"/>
              </a:rPr>
              <a:t>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6236" y="2563661"/>
            <a:ext cx="2328259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3. Excel Entry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1670" y="2868461"/>
            <a:ext cx="2217390" cy="4131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sz="1050" b="0" i="0" u="none" dirty="0">
                <a:solidFill>
                  <a:srgbClr val="475569"/>
                </a:solidFill>
                <a:latin typeface="Inter"/>
              </a:rPr>
              <a:t>Manually type 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~</a:t>
            </a: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4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0 </a:t>
            </a:r>
            <a:r>
              <a:rPr sz="1050" b="0" i="0" u="none" dirty="0">
                <a:solidFill>
                  <a:srgbClr val="475569"/>
                </a:solidFill>
                <a:latin typeface="Inter"/>
              </a:rPr>
              <a:t>attributes per document into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2156" y="1045614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5" b="0" i="0" u="none" dirty="0">
                <a:solidFill>
                  <a:srgbClr val="2563EB"/>
                </a:solidFill>
                <a:latin typeface="Poppins SemiBold"/>
              </a:rPr>
              <a:t>4.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Open SAP &amp; Transaction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947590" y="1350414"/>
            <a:ext cx="2217390" cy="205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Log In and open the right transaction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453276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89196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125115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61035" y="2068361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056" y="5074512"/>
            <a:ext cx="2541240" cy="1041796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975" y="3556465"/>
            <a:ext cx="2541240" cy="1041796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895" y="5074512"/>
            <a:ext cx="2541240" cy="1041796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4815" y="3556465"/>
            <a:ext cx="2541240" cy="104179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17056" y="4817336"/>
            <a:ext cx="11390850" cy="4571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3546" y="5236437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8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Repeat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78981" y="5541237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Repeat the process for every material number.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259466" y="3718390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7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PDF Upload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14900" y="4023190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Upload the corresponding PDF in another input mask.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095386" y="5236437"/>
            <a:ext cx="2328259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 smtClean="0">
                <a:solidFill>
                  <a:srgbClr val="2563EB"/>
                </a:solidFill>
                <a:latin typeface="Poppins SemiBold"/>
              </a:rPr>
              <a:t>6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Ent</a:t>
            </a:r>
            <a:r>
              <a:rPr lang="en-US" sz="1275" b="0" i="0" u="none" dirty="0" smtClean="0">
                <a:solidFill>
                  <a:srgbClr val="2563EB"/>
                </a:solidFill>
                <a:latin typeface="Poppins SemiBold"/>
              </a:rPr>
              <a:t>er the Customer Response Info.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50820" y="5628852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b="0" i="0" u="none" dirty="0" smtClean="0">
                <a:solidFill>
                  <a:srgbClr val="475569"/>
                </a:solidFill>
                <a:latin typeface="Inter"/>
              </a:rPr>
              <a:t>Enter information from Excel in multiple fields</a:t>
            </a:r>
            <a:r>
              <a:rPr sz="1050" b="0" i="0" u="none" dirty="0" smtClean="0">
                <a:solidFill>
                  <a:srgbClr val="475569"/>
                </a:solidFill>
                <a:latin typeface="Inter"/>
              </a:rPr>
              <a:t>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31306" y="3718390"/>
            <a:ext cx="2328259" cy="1962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75" dirty="0">
                <a:solidFill>
                  <a:srgbClr val="2563EB"/>
                </a:solidFill>
                <a:latin typeface="Poppins SemiBold"/>
              </a:rPr>
              <a:t>5</a:t>
            </a:r>
            <a:r>
              <a:rPr sz="1275" b="0" i="0" u="none" dirty="0" smtClean="0">
                <a:solidFill>
                  <a:srgbClr val="2563EB"/>
                </a:solidFill>
                <a:latin typeface="Poppins SemiBold"/>
              </a:rPr>
              <a:t>. </a:t>
            </a:r>
            <a:r>
              <a:rPr lang="en-US" sz="1275" dirty="0" smtClean="0">
                <a:solidFill>
                  <a:srgbClr val="2563EB"/>
                </a:solidFill>
                <a:latin typeface="Poppins SemiBold"/>
              </a:rPr>
              <a:t>Search for Material Number</a:t>
            </a:r>
            <a:endParaRPr sz="1275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1492426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28346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164265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000185" y="474113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 rot="5400000">
            <a:off x="10365483" y="3474915"/>
            <a:ext cx="2634676" cy="5016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47590" y="4029839"/>
            <a:ext cx="2217390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27"/>
              </a:lnSpc>
            </a:pPr>
            <a:r>
              <a:rPr lang="en-US" sz="1050" dirty="0" smtClean="0">
                <a:solidFill>
                  <a:srgbClr val="475569"/>
                </a:solidFill>
                <a:latin typeface="Inter"/>
              </a:rPr>
              <a:t>Enter the material number in the input mask.</a:t>
            </a:r>
            <a:endParaRPr sz="1050" b="0" i="0" u="none" dirty="0">
              <a:solidFill>
                <a:srgbClr val="475569"/>
              </a:solidFill>
              <a:latin typeface="Inter"/>
            </a:endParaRP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1978" y="6231491"/>
            <a:ext cx="7224200" cy="3195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493312" y="6290715"/>
            <a:ext cx="6912866" cy="218008"/>
          </a:xfrm>
          <a:prstGeom prst="rect">
            <a:avLst/>
          </a:prstGeom>
          <a:noFill/>
        </p:spPr>
        <p:txBody>
          <a:bodyPr wrap="square" lIns="142875" tIns="0" rIns="0" bIns="0" anchor="t">
            <a:spAutoFit/>
          </a:bodyPr>
          <a:lstStyle/>
          <a:p>
            <a:pPr>
              <a:lnSpc>
                <a:spcPts val="1743"/>
              </a:lnSpc>
            </a:pPr>
            <a:r>
              <a:rPr sz="1125" b="0" i="0" u="none" dirty="0">
                <a:solidFill>
                  <a:srgbClr val="1E40AF"/>
                </a:solidFill>
                <a:latin typeface="Inter Medium"/>
              </a:rPr>
              <a:t>Process Drawbacks: </a:t>
            </a:r>
            <a:r>
              <a:rPr lang="en-US" sz="1125" dirty="0">
                <a:solidFill>
                  <a:srgbClr val="1E40AF"/>
                </a:solidFill>
                <a:latin typeface="Inter Medium"/>
              </a:rPr>
              <a:t>Repetitive work • Manual data entry • Time consumption • Risk of human error</a:t>
            </a:r>
            <a:endParaRPr sz="1125" b="0" i="0" u="none" dirty="0">
              <a:solidFill>
                <a:srgbClr val="1E40AF"/>
              </a:solidFill>
              <a:latin typeface="Inter Medium"/>
            </a:endParaRP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1874" y="6316205"/>
            <a:ext cx="142875" cy="150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130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Technologies </a:t>
            </a:r>
            <a:r>
              <a:rPr lang="en-US" dirty="0"/>
              <a:t>&amp; RPA</a:t>
            </a:r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53" name="Subtitle 2"/>
          <p:cNvSpPr txBox="1">
            <a:spLocks/>
          </p:cNvSpPr>
          <p:nvPr/>
        </p:nvSpPr>
        <p:spPr>
          <a:xfrm>
            <a:off x="300038" y="1460593"/>
            <a:ext cx="5548972" cy="4356884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Robotic Process </a:t>
            </a:r>
            <a:r>
              <a:rPr lang="en-US" dirty="0" smtClean="0"/>
              <a:t>Automation uses </a:t>
            </a:r>
            <a:r>
              <a:rPr lang="en-US" dirty="0"/>
              <a:t>software robots to perform repetitive, rule-based tasks that would normally be performed manually</a:t>
            </a:r>
            <a:r>
              <a:rPr lang="en-US" dirty="0" smtClean="0"/>
              <a:t>.</a:t>
            </a:r>
          </a:p>
          <a:p>
            <a:endParaRPr lang="en-US" dirty="0" smtClean="0"/>
          </a:p>
          <a:p>
            <a:r>
              <a:rPr lang="en-US" dirty="0"/>
              <a:t>Microsoft Power Automate is a </a:t>
            </a:r>
            <a:r>
              <a:rPr lang="en-US" dirty="0" smtClean="0"/>
              <a:t>platform </a:t>
            </a:r>
            <a:r>
              <a:rPr lang="en-US" dirty="0"/>
              <a:t>used to create automated workflows and RPA processes across different applications and systems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dirty="0"/>
              <a:t>SAP </a:t>
            </a:r>
            <a:r>
              <a:rPr lang="en-US" dirty="0" smtClean="0"/>
              <a:t>Automation combines </a:t>
            </a:r>
            <a:r>
              <a:rPr lang="en-US" dirty="0"/>
              <a:t>SAP, </a:t>
            </a:r>
            <a:r>
              <a:rPr lang="en-US" dirty="0" err="1"/>
              <a:t>DocuLink</a:t>
            </a:r>
            <a:r>
              <a:rPr lang="en-US" dirty="0"/>
              <a:t>, and SAP GUI Scripting to automate repetitive business processes. </a:t>
            </a:r>
          </a:p>
          <a:p>
            <a:endParaRPr lang="de-DE" sz="1800" dirty="0"/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345017"/>
              </p:ext>
            </p:extLst>
          </p:nvPr>
        </p:nvGraphicFramePr>
        <p:xfrm>
          <a:off x="5877283" y="1910271"/>
          <a:ext cx="5824482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2241"/>
                <a:gridCol w="2912241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mtClean="0"/>
                        <a:t>Technology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Role</a:t>
                      </a:r>
                      <a:endParaRPr lang="en-US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Volkswagen BEON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Source of customer response docs.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PDF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Input</a:t>
                      </a:r>
                      <a:r>
                        <a:rPr lang="en-US" baseline="0" dirty="0" smtClean="0"/>
                        <a:t> document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Microsoft</a:t>
                      </a:r>
                      <a:r>
                        <a:rPr lang="en-US" baseline="0" dirty="0" smtClean="0"/>
                        <a:t> Power Automate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RPA</a:t>
                      </a:r>
                      <a:r>
                        <a:rPr lang="en-US" baseline="0" dirty="0" smtClean="0"/>
                        <a:t> platform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Excel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Intermediate</a:t>
                      </a:r>
                      <a:r>
                        <a:rPr lang="en-US" baseline="0" dirty="0" smtClean="0"/>
                        <a:t> data and verification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SAP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ERP</a:t>
                      </a:r>
                      <a:r>
                        <a:rPr lang="en-US" baseline="0" dirty="0" smtClean="0"/>
                        <a:t> system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SAP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DocuLink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Document registry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SAP GUI Scripting / VBScript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Programmable</a:t>
                      </a:r>
                      <a:r>
                        <a:rPr lang="en-US" baseline="0" dirty="0" smtClean="0"/>
                        <a:t> SAP interaction/execution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2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Proposed Solution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467042258"/>
              </p:ext>
            </p:extLst>
          </p:nvPr>
        </p:nvGraphicFramePr>
        <p:xfrm>
          <a:off x="1427271" y="1042456"/>
          <a:ext cx="9852956" cy="5192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0391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Automation 1 – PDF -&gt; Excel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577344546"/>
              </p:ext>
            </p:extLst>
          </p:nvPr>
        </p:nvGraphicFramePr>
        <p:xfrm>
          <a:off x="211082" y="1308538"/>
          <a:ext cx="5984766" cy="5092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7" name="Subtitle 2"/>
          <p:cNvSpPr txBox="1">
            <a:spLocks/>
          </p:cNvSpPr>
          <p:nvPr/>
        </p:nvSpPr>
        <p:spPr>
          <a:xfrm>
            <a:off x="300038" y="840545"/>
            <a:ext cx="6488003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From Customer Response PDF to Structured Excel Data</a:t>
            </a:r>
            <a:endParaRPr lang="de-DE" sz="1800" dirty="0"/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7278908" y="840545"/>
            <a:ext cx="3851548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Flow Video:</a:t>
            </a:r>
            <a:endParaRPr lang="de-DE" sz="1800" dirty="0"/>
          </a:p>
        </p:txBody>
      </p:sp>
      <p:pic>
        <p:nvPicPr>
          <p:cNvPr id="3" name="Automation 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525716" y="1812356"/>
            <a:ext cx="5256380" cy="295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79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smtClean="0"/>
              <a:t>Excel and Human Verification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7" name="Subtitle 2"/>
          <p:cNvSpPr txBox="1">
            <a:spLocks/>
          </p:cNvSpPr>
          <p:nvPr/>
        </p:nvSpPr>
        <p:spPr>
          <a:xfrm>
            <a:off x="300038" y="840545"/>
            <a:ext cx="11145728" cy="1681938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The Excel file </a:t>
            </a:r>
            <a:r>
              <a:rPr lang="en-US" sz="1800" dirty="0" smtClean="0"/>
              <a:t>acts as a Intermediate Data Layer and connects </a:t>
            </a:r>
            <a:r>
              <a:rPr lang="en-US" sz="1800" dirty="0"/>
              <a:t>the two automation stages.</a:t>
            </a:r>
            <a:endParaRPr lang="de-DE" sz="1800" dirty="0"/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3853064686"/>
              </p:ext>
            </p:extLst>
          </p:nvPr>
        </p:nvGraphicFramePr>
        <p:xfrm>
          <a:off x="300038" y="993227"/>
          <a:ext cx="8128000" cy="20629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Subtitle 2"/>
          <p:cNvSpPr txBox="1">
            <a:spLocks/>
          </p:cNvSpPr>
          <p:nvPr/>
        </p:nvSpPr>
        <p:spPr>
          <a:xfrm>
            <a:off x="300038" y="2758682"/>
            <a:ext cx="11145728" cy="3161269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With the Human Verification, we review extracted information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smtClean="0"/>
              <a:t>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smtClean="0"/>
              <a:t>Incorrect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smtClean="0"/>
              <a:t>Unexpected Formatting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smtClean="0"/>
              <a:t>Other anomalies</a:t>
            </a:r>
          </a:p>
          <a:p>
            <a:endParaRPr lang="en-US" sz="1800" dirty="0"/>
          </a:p>
          <a:p>
            <a:r>
              <a:rPr lang="en-US" sz="1800" dirty="0" smtClean="0"/>
              <a:t>Why including a verification step?</a:t>
            </a:r>
            <a:br>
              <a:rPr lang="en-US" sz="1800" dirty="0" smtClean="0"/>
            </a:br>
            <a:r>
              <a:rPr lang="en-US" sz="1800" dirty="0" smtClean="0"/>
              <a:t>Because automation handles repetition, human validation provides control, ensures there are 0 mistakes before entering the information in SAP.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843269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Automation 2 – Excel -&gt; SAP </a:t>
            </a:r>
            <a:r>
              <a:rPr lang="en-US" dirty="0" err="1" smtClean="0"/>
              <a:t>Doculink</a:t>
            </a:r>
            <a:endParaRPr lang="en-US" noProof="0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818120949"/>
              </p:ext>
            </p:extLst>
          </p:nvPr>
        </p:nvGraphicFramePr>
        <p:xfrm>
          <a:off x="211082" y="1308538"/>
          <a:ext cx="5984766" cy="5092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7" name="Subtitle 2"/>
          <p:cNvSpPr txBox="1">
            <a:spLocks/>
          </p:cNvSpPr>
          <p:nvPr/>
        </p:nvSpPr>
        <p:spPr>
          <a:xfrm>
            <a:off x="300038" y="840545"/>
            <a:ext cx="6488003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From </a:t>
            </a:r>
            <a:r>
              <a:rPr lang="en-US" sz="1800" dirty="0" smtClean="0"/>
              <a:t>Structured </a:t>
            </a:r>
            <a:r>
              <a:rPr lang="en-US" sz="1800" dirty="0"/>
              <a:t>Excel </a:t>
            </a:r>
            <a:r>
              <a:rPr lang="en-US" sz="1800" dirty="0" smtClean="0"/>
              <a:t>Data to SAP</a:t>
            </a:r>
            <a:endParaRPr lang="de-DE" sz="1800" dirty="0"/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7278908" y="840545"/>
            <a:ext cx="3851548" cy="704475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Flow Video:</a:t>
            </a:r>
            <a:endParaRPr lang="de-DE" sz="1800" dirty="0"/>
          </a:p>
        </p:txBody>
      </p:sp>
      <p:pic>
        <p:nvPicPr>
          <p:cNvPr id="2" name="Automation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24751" y="1545020"/>
            <a:ext cx="5563478" cy="312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588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Before vs. After</a:t>
            </a:r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95738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53" name="Subtitle 2"/>
          <p:cNvSpPr txBox="1">
            <a:spLocks/>
          </p:cNvSpPr>
          <p:nvPr/>
        </p:nvSpPr>
        <p:spPr>
          <a:xfrm>
            <a:off x="300038" y="4162097"/>
            <a:ext cx="11430000" cy="222004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User Interaction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>Before: Manual processing throughout the entire workflow.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>After: Start Automation 1 -&gt; Verify Excel -&gt; Start Automation 2</a:t>
            </a:r>
            <a:endParaRPr lang="de-DE" sz="18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298817"/>
              </p:ext>
            </p:extLst>
          </p:nvPr>
        </p:nvGraphicFramePr>
        <p:xfrm>
          <a:off x="234731" y="1019210"/>
          <a:ext cx="8128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/>
                <a:gridCol w="40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Before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After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read</a:t>
                      </a:r>
                      <a:r>
                        <a:rPr lang="en-US" baseline="0" dirty="0" smtClean="0"/>
                        <a:t> PDFs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r>
                        <a:rPr lang="en-US" baseline="0" dirty="0" smtClean="0"/>
                        <a:t> PDF extraction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enter Excel data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Excel population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search materials in SAP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SAP</a:t>
                      </a:r>
                      <a:r>
                        <a:rPr lang="en-US" baseline="0" dirty="0" smtClean="0"/>
                        <a:t> navigation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enter multiple fields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 field population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Manually upload documents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r>
                        <a:rPr lang="en-US" baseline="0" dirty="0" smtClean="0"/>
                        <a:t> PDF upload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Repeat every step for each material manually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Automatic processing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High manual interaction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Minimal manual interaction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031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smtClean="0"/>
              <a:t>Results</a:t>
            </a:r>
            <a:endParaRPr lang="en-U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xmlns="" id="{C4D51B4A-C4D1-F786-34A5-7459C87E16E6}"/>
              </a:ext>
            </a:extLst>
          </p:cNvPr>
          <p:cNvSpPr txBox="1">
            <a:spLocks/>
          </p:cNvSpPr>
          <p:nvPr/>
        </p:nvSpPr>
        <p:spPr>
          <a:xfrm>
            <a:off x="300038" y="887842"/>
            <a:ext cx="11430000" cy="5486400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  <p:sp>
        <p:nvSpPr>
          <p:cNvPr id="53" name="Subtitle 2"/>
          <p:cNvSpPr txBox="1">
            <a:spLocks/>
          </p:cNvSpPr>
          <p:nvPr/>
        </p:nvSpPr>
        <p:spPr>
          <a:xfrm>
            <a:off x="300038" y="878854"/>
            <a:ext cx="3862059" cy="475876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Processing time per document</a:t>
            </a:r>
            <a:endParaRPr lang="de-DE" sz="18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038743"/>
              </p:ext>
            </p:extLst>
          </p:nvPr>
        </p:nvGraphicFramePr>
        <p:xfrm>
          <a:off x="355218" y="1920851"/>
          <a:ext cx="3972417" cy="1655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139"/>
                <a:gridCol w="1324139"/>
                <a:gridCol w="1324139"/>
              </a:tblGrid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Process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Automated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PDF</a:t>
                      </a:r>
                      <a:r>
                        <a:rPr lang="en-US" baseline="0" dirty="0" smtClean="0"/>
                        <a:t> -&gt; Excel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7:35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0:20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Excel</a:t>
                      </a:r>
                      <a:r>
                        <a:rPr lang="en-US" baseline="0" dirty="0" smtClean="0"/>
                        <a:t> -&gt; SAP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2:45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0:10</a:t>
                      </a:r>
                      <a:endParaRPr lang="en-US" dirty="0"/>
                    </a:p>
                  </a:txBody>
                  <a:tcPr/>
                </a:tc>
              </a:tr>
              <a:tr h="413845">
                <a:tc>
                  <a:txBody>
                    <a:bodyPr/>
                    <a:lstStyle/>
                    <a:p>
                      <a:r>
                        <a:rPr lang="en-US" dirty="0" smtClean="0"/>
                        <a:t>Total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10:20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0:30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64" y="1521730"/>
            <a:ext cx="2901216" cy="23182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3966" y="2335122"/>
            <a:ext cx="3207119" cy="745477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indent="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b="1">
                <a:solidFill>
                  <a:schemeClr val="tx2"/>
                </a:solidFill>
              </a:defRPr>
            </a:lvl1pPr>
            <a:lvl2pPr marL="342000" indent="-34200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>
                <a:solidFill>
                  <a:schemeClr val="tx2"/>
                </a:solidFill>
              </a:defRPr>
            </a:lvl2pPr>
            <a:lvl3pPr marL="741600" indent="-3420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3pPr>
            <a:lvl4pPr marL="1144800" indent="-2304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 marL="1602000" indent="-1656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5pPr>
            <a:lvl6pPr marL="18859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6pPr>
            <a:lvl7pPr marL="22288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7pPr>
            <a:lvl8pPr marL="25717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8pPr>
            <a:lvl9pPr marL="29146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9pPr>
          </a:lstStyle>
          <a:p>
            <a:r>
              <a:rPr lang="de-DE" sz="1400" dirty="0" smtClean="0"/>
              <a:t>Accuracy</a:t>
            </a:r>
          </a:p>
          <a:p>
            <a:r>
              <a:rPr lang="de-DE" sz="1400" dirty="0" smtClean="0"/>
              <a:t>0 mistakes</a:t>
            </a:r>
            <a:endParaRPr sz="1400" dirty="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3966" y="1911936"/>
            <a:ext cx="350874" cy="350874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325" y="1526367"/>
            <a:ext cx="2895413" cy="23135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17984" y="2335122"/>
            <a:ext cx="2630093" cy="202159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indent="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b="1">
                <a:solidFill>
                  <a:schemeClr val="tx2"/>
                </a:solidFill>
              </a:defRPr>
            </a:lvl1pPr>
            <a:lvl2pPr marL="342000" indent="-342000" defTabSz="685800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>
                <a:solidFill>
                  <a:schemeClr val="tx2"/>
                </a:solidFill>
              </a:defRPr>
            </a:lvl2pPr>
            <a:lvl3pPr marL="741600" indent="-3420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3pPr>
            <a:lvl4pPr marL="1144800" indent="-2304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4pPr>
            <a:lvl5pPr marL="1602000" indent="-165600" defTabSz="685800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>
                <a:solidFill>
                  <a:schemeClr val="tx2"/>
                </a:solidFill>
              </a:defRPr>
            </a:lvl5pPr>
            <a:lvl6pPr marL="18859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6pPr>
            <a:lvl7pPr marL="22288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7pPr>
            <a:lvl8pPr marL="25717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8pPr>
            <a:lvl9pPr marL="2914650" indent="-171450" defTabSz="68580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/>
            </a:lvl9pPr>
          </a:lstStyle>
          <a:p>
            <a:r>
              <a:rPr lang="de-DE" sz="1400" dirty="0"/>
              <a:t>Performance Improvement</a:t>
            </a:r>
          </a:p>
          <a:p>
            <a:r>
              <a:rPr lang="de-DE" sz="1400" dirty="0"/>
              <a:t>95.2% less processing time</a:t>
            </a:r>
            <a:br>
              <a:rPr lang="de-DE" sz="1400" dirty="0"/>
            </a:br>
            <a:r>
              <a:rPr lang="de-DE" sz="1400" dirty="0"/>
              <a:t>20.7 x faster</a:t>
            </a:r>
          </a:p>
          <a:p>
            <a:r>
              <a:rPr lang="de-DE" sz="1400" dirty="0"/>
              <a:t>Time saved per document</a:t>
            </a:r>
            <a:r>
              <a:rPr lang="de-DE" sz="1400" dirty="0" smtClean="0"/>
              <a:t>: 9:50</a:t>
            </a:r>
            <a:endParaRPr lang="de-DE" sz="1400" dirty="0"/>
          </a:p>
          <a:p>
            <a:endParaRPr lang="de-DE" sz="14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50" y="1949335"/>
            <a:ext cx="329688" cy="27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499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Financial impact – Estimated Labor Cost Saving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7"/>
            <a:ext cx="6108646" cy="2509756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Average gross salary at KOSTAL: 79000 MKD / month</a:t>
            </a:r>
          </a:p>
          <a:p>
            <a:r>
              <a:rPr lang="de-DE" sz="1800" dirty="0" smtClean="0"/>
              <a:t>Working time: 160 hours / month</a:t>
            </a:r>
            <a:br>
              <a:rPr lang="de-DE" sz="1800" dirty="0" smtClean="0"/>
            </a:br>
            <a:r>
              <a:rPr lang="de-DE" sz="1800" dirty="0" smtClean="0"/>
              <a:t>Hourly labor cost: 493.15 MKD / hour</a:t>
            </a:r>
          </a:p>
          <a:p>
            <a:endParaRPr lang="de-DE" sz="1800" dirty="0" smtClean="0"/>
          </a:p>
          <a:p>
            <a:r>
              <a:rPr lang="de-DE" sz="1800" dirty="0" smtClean="0"/>
              <a:t>Cost Per Document</a:t>
            </a:r>
          </a:p>
          <a:p>
            <a:r>
              <a:rPr lang="de-DE" sz="1800" dirty="0" smtClean="0"/>
              <a:t>Manual: 10 min. 20s -&gt; ~ 84.90 MKD</a:t>
            </a:r>
          </a:p>
          <a:p>
            <a:r>
              <a:rPr lang="de-DE" sz="1800" dirty="0" smtClean="0"/>
              <a:t>Automated: 30s -&gt; ~ 4.94 MKD</a:t>
            </a:r>
          </a:p>
          <a:p>
            <a:r>
              <a:rPr lang="de-DE" sz="1800" dirty="0" smtClean="0"/>
              <a:t>Saving: 79.96 MKD per document</a:t>
            </a:r>
            <a:endParaRPr lang="de-DE" sz="1800" dirty="0"/>
          </a:p>
        </p:txBody>
      </p:sp>
      <p:sp>
        <p:nvSpPr>
          <p:cNvPr id="10" name="Subtitle 2"/>
          <p:cNvSpPr txBox="1">
            <a:spLocks/>
          </p:cNvSpPr>
          <p:nvPr/>
        </p:nvSpPr>
        <p:spPr>
          <a:xfrm>
            <a:off x="297238" y="3826670"/>
            <a:ext cx="5360626" cy="2619467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Example: 1000 Documents</a:t>
            </a:r>
            <a:br>
              <a:rPr lang="de-DE" sz="1800" dirty="0" smtClean="0"/>
            </a:br>
            <a:r>
              <a:rPr lang="de-DE" sz="1800" dirty="0" smtClean="0"/>
              <a:t>Manual processing: 84,903 MKD</a:t>
            </a:r>
          </a:p>
          <a:p>
            <a:r>
              <a:rPr lang="de-DE" sz="1800" dirty="0" smtClean="0"/>
              <a:t>Automated processing: 4,938 MKD</a:t>
            </a:r>
          </a:p>
          <a:p>
            <a:endParaRPr lang="de-DE" sz="1800" dirty="0"/>
          </a:p>
          <a:p>
            <a:r>
              <a:rPr lang="de-DE" sz="1800" dirty="0" smtClean="0"/>
              <a:t>Saving: 79,965 MKD ~ 1300</a:t>
            </a:r>
            <a:r>
              <a:rPr lang="en-US" sz="1800" dirty="0" smtClean="0"/>
              <a:t>€</a:t>
            </a:r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1425828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Scalability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6"/>
            <a:ext cx="11211242" cy="503182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 smtClean="0"/>
              <a:t>The current project was developed for the AQ customer response process.</a:t>
            </a:r>
            <a:br>
              <a:rPr lang="de-DE" sz="1800" dirty="0" smtClean="0"/>
            </a:br>
            <a:r>
              <a:rPr lang="de-DE" sz="1800" dirty="0" smtClean="0"/>
              <a:t>AQ current reference is 1000 documents per year. </a:t>
            </a:r>
            <a:br>
              <a:rPr lang="de-DE" sz="1800" dirty="0" smtClean="0"/>
            </a:br>
            <a:r>
              <a:rPr lang="de-DE" sz="1800" dirty="0" smtClean="0"/>
              <a:t>If similar repetitive processes exist in other departments, the same RPA approach can be applied.</a:t>
            </a:r>
            <a:br>
              <a:rPr lang="de-DE" sz="1800" dirty="0" smtClean="0"/>
            </a:br>
            <a:r>
              <a:rPr lang="de-DE" sz="1800" dirty="0" smtClean="0"/>
              <a:t>This project is not only in use for KOMAK, it can be used in all of the Kostal departments across the world.</a:t>
            </a:r>
          </a:p>
          <a:p>
            <a:endParaRPr lang="de-DE" sz="1800" dirty="0"/>
          </a:p>
          <a:p>
            <a:r>
              <a:rPr lang="de-DE" sz="1800" dirty="0" smtClean="0"/>
              <a:t>Ilustrative scenario: If each department in KOMAK had only 1000 documents per year:</a:t>
            </a:r>
            <a:br>
              <a:rPr lang="de-DE" sz="1800" dirty="0" smtClean="0"/>
            </a:br>
            <a:r>
              <a:rPr lang="de-DE" sz="1800" dirty="0" smtClean="0"/>
              <a:t>6000 documents ~ 980 working hours ~ 480,000 MKD(~7850</a:t>
            </a:r>
            <a:r>
              <a:rPr lang="en-US" sz="1800" dirty="0" smtClean="0"/>
              <a:t>€)</a:t>
            </a:r>
            <a:r>
              <a:rPr lang="de-DE" sz="1800" dirty="0" smtClean="0"/>
              <a:t> annual labor saving.</a:t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de-DE" sz="1800" dirty="0" smtClean="0"/>
              <a:t/>
            </a:r>
            <a:br>
              <a:rPr lang="de-DE" sz="1800" dirty="0" smtClean="0"/>
            </a:br>
            <a:r>
              <a:rPr lang="de-DE" sz="1800" dirty="0" smtClean="0"/>
              <a:t>The value of the automation increases with the number of repetitive processes and documents it can handle.</a:t>
            </a:r>
            <a:br>
              <a:rPr lang="de-DE" sz="1800" dirty="0" smtClean="0"/>
            </a:br>
            <a:r>
              <a:rPr lang="de-DE" sz="1800" dirty="0" smtClean="0"/>
              <a:t/>
            </a:r>
            <a:br>
              <a:rPr lang="de-DE" sz="1800" dirty="0" smtClean="0"/>
            </a:br>
            <a:endParaRPr lang="de-DE" sz="1800" dirty="0" smtClean="0"/>
          </a:p>
          <a:p>
            <a:r>
              <a:rPr lang="en-US" sz="1800" dirty="0"/>
              <a:t>The </a:t>
            </a:r>
            <a:r>
              <a:rPr lang="en-US" sz="1800" dirty="0" smtClean="0"/>
              <a:t>6000 document </a:t>
            </a:r>
            <a:r>
              <a:rPr lang="en-US" sz="1800" dirty="0"/>
              <a:t>figure is an illustrative scalability scenario, not a reported KOSTAL volume.</a:t>
            </a:r>
            <a:endParaRPr lang="de-DE" sz="1800" dirty="0"/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5207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Future Applications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6"/>
            <a:ext cx="11211242" cy="503182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smtClean="0"/>
              <a:t>The same RPA methodology can be applied to other repetitive processes across KOSTAL.</a:t>
            </a:r>
            <a:br>
              <a:rPr lang="en-US" sz="1800" dirty="0" smtClean="0"/>
            </a:br>
            <a:r>
              <a:rPr lang="en-US" sz="1800" dirty="0" smtClean="0"/>
              <a:t/>
            </a:r>
            <a:br>
              <a:rPr lang="en-US" sz="1800" dirty="0" smtClean="0"/>
            </a:br>
            <a:r>
              <a:rPr lang="en-US" sz="1800" dirty="0" smtClean="0"/>
              <a:t>Potential Areas:</a:t>
            </a:r>
          </a:p>
          <a:p>
            <a:r>
              <a:rPr lang="de-DE" sz="1800" dirty="0" smtClean="0"/>
              <a:t>AP – Automated processing of repetitive purchasing and supplier documents.</a:t>
            </a:r>
          </a:p>
          <a:p>
            <a:r>
              <a:rPr lang="de-DE" sz="1800" dirty="0"/>
              <a:t>AQ – </a:t>
            </a:r>
            <a:r>
              <a:rPr lang="de-DE" sz="1800" dirty="0" smtClean="0"/>
              <a:t>Automation of customer </a:t>
            </a:r>
            <a:r>
              <a:rPr lang="de-DE" sz="1800" dirty="0"/>
              <a:t>responses, quality documents, reports and data-entry workflows.</a:t>
            </a:r>
            <a:r>
              <a:rPr lang="de-DE" sz="1800" dirty="0" smtClean="0"/>
              <a:t/>
            </a:r>
            <a:br>
              <a:rPr lang="de-DE" sz="1800" dirty="0" smtClean="0"/>
            </a:br>
            <a:r>
              <a:rPr lang="de-DE" sz="1800" dirty="0" smtClean="0"/>
              <a:t>AR – Automated transfer of processing of engineering related data and documents.</a:t>
            </a:r>
          </a:p>
          <a:p>
            <a:r>
              <a:rPr lang="de-DE" sz="1800" dirty="0" smtClean="0"/>
              <a:t>GF – Automation of repetitive financial and administrative data-processing tasks.</a:t>
            </a:r>
          </a:p>
          <a:p>
            <a:r>
              <a:rPr lang="de-DE" sz="1800" dirty="0"/>
              <a:t>H – Automation of repetitive administrative and document based processes</a:t>
            </a:r>
            <a:r>
              <a:rPr lang="de-DE" sz="1800" dirty="0" smtClean="0"/>
              <a:t>.</a:t>
            </a:r>
          </a:p>
          <a:p>
            <a:r>
              <a:rPr lang="de-DE" sz="1800" dirty="0" smtClean="0"/>
              <a:t>HE – Automation of repetitive production related processes.</a:t>
            </a:r>
          </a:p>
          <a:p>
            <a:r>
              <a:rPr lang="de-DE" sz="1800" dirty="0" smtClean="0"/>
              <a:t>SCM – Automation of supply-chain and logistics-related processes.</a:t>
            </a:r>
            <a:endParaRPr lang="de-DE" sz="1800" dirty="0"/>
          </a:p>
          <a:p>
            <a:endParaRPr lang="de-DE" sz="1800" dirty="0"/>
          </a:p>
          <a:p>
            <a:endParaRPr lang="de-DE" sz="1800" dirty="0"/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4446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smtClean="0"/>
              <a:t>Mentor Contribution - Idea and Process Knowledge: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Original automation idea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</a:t>
            </a:r>
            <a:r>
              <a:rPr lang="en-US" smtClean="0"/>
              <a:t>rocess </a:t>
            </a:r>
            <a:r>
              <a:rPr lang="en-US" dirty="0" smtClean="0"/>
              <a:t>and workflow explanation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SAP &amp; </a:t>
            </a:r>
            <a:r>
              <a:rPr lang="en-US" dirty="0" err="1" smtClean="0"/>
              <a:t>DocuLink</a:t>
            </a:r>
            <a:r>
              <a:rPr lang="en-US" dirty="0" smtClean="0"/>
              <a:t> guidance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Daily monitoring and feedback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Testing and process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50+ hours of mentoring in person, with ongoing support during the whole internship.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r>
              <a:rPr lang="en-US" dirty="0" smtClean="0"/>
              <a:t>My Contribution – Technical Design and Implementation: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Process analysis and automation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Power Automate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PDF data extraction and parsing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Excel data processing and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SAP GUI Scripting / VBScript Implementation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Testing, debugging and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Result analysis and documentation.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Development and Mentorship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 smtClean="0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300038" y="6558470"/>
            <a:ext cx="5355027" cy="244800"/>
          </a:xfrm>
        </p:spPr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397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Conclusion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1013376"/>
            <a:ext cx="11211242" cy="503182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The Problem:</a:t>
            </a:r>
          </a:p>
          <a:p>
            <a:r>
              <a:rPr lang="de-DE" dirty="0" smtClean="0"/>
              <a:t>A repetitive manual transfer of customer response information from PDFs to Excel to SAP DocuLink.</a:t>
            </a:r>
          </a:p>
          <a:p>
            <a:endParaRPr lang="de-DE" dirty="0" smtClean="0"/>
          </a:p>
          <a:p>
            <a:r>
              <a:rPr lang="de-DE" dirty="0" smtClean="0"/>
              <a:t>Solution:</a:t>
            </a:r>
          </a:p>
          <a:p>
            <a:r>
              <a:rPr lang="de-DE" dirty="0" smtClean="0"/>
              <a:t>A two stage RPA solution developed using Microsoft Power Automate.</a:t>
            </a:r>
          </a:p>
          <a:p>
            <a:endParaRPr lang="de-DE" dirty="0"/>
          </a:p>
          <a:p>
            <a:r>
              <a:rPr lang="de-DE" dirty="0" smtClean="0"/>
              <a:t>Workflow:</a:t>
            </a:r>
          </a:p>
          <a:p>
            <a:r>
              <a:rPr lang="de-DE" dirty="0" smtClean="0"/>
              <a:t>PDF -&gt; Excel -&gt; Human Verification -&gt; SAP DocuLink</a:t>
            </a:r>
          </a:p>
          <a:p>
            <a:endParaRPr lang="de-DE" dirty="0"/>
          </a:p>
          <a:p>
            <a:r>
              <a:rPr lang="de-DE" dirty="0" smtClean="0"/>
              <a:t>Results:</a:t>
            </a:r>
          </a:p>
          <a:p>
            <a:r>
              <a:rPr lang="de-DE" dirty="0" smtClean="0"/>
              <a:t>95.2% reduction in processing time</a:t>
            </a:r>
          </a:p>
          <a:p>
            <a:r>
              <a:rPr lang="de-DE" dirty="0" smtClean="0"/>
              <a:t>20.7x faster</a:t>
            </a:r>
          </a:p>
          <a:p>
            <a:r>
              <a:rPr lang="de-DE" dirty="0" smtClean="0"/>
              <a:t>0 mistakes</a:t>
            </a:r>
          </a:p>
          <a:p>
            <a:endParaRPr lang="de-DE" dirty="0"/>
          </a:p>
          <a:p>
            <a:r>
              <a:rPr lang="de-DE" dirty="0" smtClean="0"/>
              <a:t>Impact:</a:t>
            </a:r>
          </a:p>
          <a:p>
            <a:r>
              <a:rPr lang="de-DE" dirty="0" smtClean="0"/>
              <a:t>Reduced manual work, faster processing, reduced labor time and a scalable automation approach.</a:t>
            </a:r>
            <a:endParaRPr lang="de-DE" dirty="0"/>
          </a:p>
          <a:p>
            <a:endParaRPr lang="de-DE" dirty="0" smtClean="0"/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1931932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e-DE">
                <a:solidFill>
                  <a:schemeClr val="tx2"/>
                </a:solidFill>
              </a:rPr>
              <a:t>Slide </a:t>
            </a:r>
            <a:fld id="{37305BD6-62ED-43DD-8AC8-977484A06CC0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6" name="Footer Placeholder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 dirty="0">
                <a:solidFill>
                  <a:srgbClr val="1E467D"/>
                </a:solidFill>
              </a:rPr>
              <a:t>KOMAK </a:t>
            </a:r>
            <a:r>
              <a:rPr lang="de-DE" noProof="0" dirty="0">
                <a:solidFill>
                  <a:srgbClr val="1E467D"/>
                </a:solidFill>
              </a:rPr>
              <a:t>/ </a:t>
            </a:r>
            <a:r>
              <a:rPr lang="en-US" dirty="0">
                <a:solidFill>
                  <a:srgbClr val="1E467D"/>
                </a:solidFill>
              </a:rPr>
              <a:t>Automation of Data Flow From Volkswagen BEON to SAP </a:t>
            </a:r>
            <a:r>
              <a:rPr lang="en-US" dirty="0" err="1">
                <a:solidFill>
                  <a:srgbClr val="1E467D"/>
                </a:solidFill>
              </a:rPr>
              <a:t>DocuLink</a:t>
            </a:r>
            <a:r>
              <a:rPr lang="en-US" dirty="0">
                <a:solidFill>
                  <a:srgbClr val="1E467D"/>
                </a:solidFill>
              </a:rPr>
              <a:t> / Blagoja P.</a:t>
            </a:r>
            <a:r>
              <a:rPr lang="de-DE" noProof="0" dirty="0">
                <a:solidFill>
                  <a:srgbClr val="1E467D"/>
                </a:solidFill>
              </a:rPr>
              <a:t> / 18.0</a:t>
            </a:r>
            <a:r>
              <a:rPr lang="de-DE" dirty="0">
                <a:solidFill>
                  <a:srgbClr val="1E467D"/>
                </a:solidFill>
              </a:rPr>
              <a:t>9</a:t>
            </a:r>
            <a:r>
              <a:rPr lang="de-DE" noProof="0" dirty="0">
                <a:solidFill>
                  <a:srgbClr val="1E467D"/>
                </a:solidFill>
              </a:rPr>
              <a:t>.2026</a:t>
            </a:r>
            <a:endParaRPr lang="de-DE" dirty="0">
              <a:solidFill>
                <a:srgbClr val="1E467D"/>
              </a:solidFill>
            </a:endParaRPr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00038" y="2435772"/>
            <a:ext cx="11211242" cy="3609427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4400" dirty="0" smtClean="0"/>
              <a:t>Thank You</a:t>
            </a:r>
          </a:p>
          <a:p>
            <a:pPr algn="ctr"/>
            <a:r>
              <a:rPr lang="de-DE" sz="4400" dirty="0" smtClean="0"/>
              <a:t>Questions?</a:t>
            </a:r>
          </a:p>
        </p:txBody>
      </p:sp>
      <p:sp>
        <p:nvSpPr>
          <p:cNvPr id="11" name="Subtitle 2"/>
          <p:cNvSpPr txBox="1">
            <a:spLocks/>
          </p:cNvSpPr>
          <p:nvPr/>
        </p:nvSpPr>
        <p:spPr>
          <a:xfrm>
            <a:off x="6294438" y="970007"/>
            <a:ext cx="5013642" cy="190527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Tx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000" indent="-342000" algn="l" defTabSz="685800" rtl="0" eaLnBrk="1" latinLnBrk="0" hangingPunct="1">
              <a:lnSpc>
                <a:spcPct val="100000"/>
              </a:lnSpc>
              <a:spcBef>
                <a:spcPts val="4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741600" indent="-3420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144800" indent="-2304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16560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3244815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QAPwwAAAAAAAAAAAAAIAD///////////////8AAAD////////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CAP///////wUAAAACABAAC3CiPSI5eANAnBxEVIN4Ow4EAAAAAAADAAAAAAADAAAAAwADAAAAAAD///////8DAAEA////////BQAAAAMAEAALU19WOSZlE0C/6ZcHmn4OlA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cKI9Ijl4A0CcHERUg3g7DgNEYXRhAFMAAAAIUHJlc2VudGF0aW9uU2Nhbm5lZEZvckxpbmtlZFNoYXBlcwAAAk51bWJlckZvcm1hdFNlcGFyYXRvck1vZGUACgAAAEF1dG9tYXRpYwAAAk5hbWUAJAAAAExpbmtlZFNoYXBlUHJlc2VudGF0aW9uU2V0dGluZ3NEYXRhABBWZXJzaW9uAAAAAAAJTGFzdFdyaXRlAFfxYIWgAQAAAAEA/////4MAgwAAAAVfaWQAEAAAAARTX1Y5JmUTQL/plweafg6UA0RhdGEAGwAAAARMaW5rZWRTaGFwZURhdGEABQAAAAAAAk5hbWUAGQAAAExpbmtlZFNoYXBlc0RhdGFQcm9wZXJ0eQAQVmVyc2lvbgABAAAACUxhc3RXcml0ZQBA8WCFo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gDAAAAAAAAAAAAAAgAf///////////////wAAAP////////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P///////wMAAQEDAAAAAwD///////8aAAZMaW5rZWRTaGFwZXNEYXRhUHJvcGVydHlfMQQAAAABAAUAAAAC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245409181414170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lkCplnVtMHgQjcy6hj4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KAE Design English">
  <a:themeElements>
    <a:clrScheme name="KOSTAL">
      <a:dk1>
        <a:srgbClr val="000000"/>
      </a:dk1>
      <a:lt1>
        <a:sysClr val="window" lastClr="FFFFFF"/>
      </a:lt1>
      <a:dk2>
        <a:srgbClr val="1E467D"/>
      </a:dk2>
      <a:lt2>
        <a:srgbClr val="EBEDED"/>
      </a:lt2>
      <a:accent1>
        <a:srgbClr val="1E467D"/>
      </a:accent1>
      <a:accent2>
        <a:srgbClr val="4B73A5"/>
      </a:accent2>
      <a:accent3>
        <a:srgbClr val="8CAFD2"/>
      </a:accent3>
      <a:accent4>
        <a:srgbClr val="D2E3EB"/>
      </a:accent4>
      <a:accent5>
        <a:srgbClr val="828787"/>
      </a:accent5>
      <a:accent6>
        <a:srgbClr val="C8CDCD"/>
      </a:accent6>
      <a:hlink>
        <a:srgbClr val="1E467D"/>
      </a:hlink>
      <a:folHlink>
        <a:srgbClr val="4B73A5"/>
      </a:folHlink>
    </a:clrScheme>
    <a:fontScheme name="KOST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12700">
          <a:noFill/>
        </a:ln>
      </a:spPr>
      <a:bodyPr lIns="72000" tIns="72000" rIns="72000" bIns="72000" rtlCol="0" anchor="ctr"/>
      <a:lstStyle>
        <a:defPPr algn="ctr">
          <a:defRPr sz="1600" b="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 rtlCol="0">
        <a:spAutoFit/>
      </a:bodyPr>
      <a:lstStyle>
        <a:defPPr>
          <a:lnSpc>
            <a:spcPct val="120000"/>
          </a:lnSpc>
          <a:spcBef>
            <a:spcPts val="600"/>
          </a:spcBef>
          <a:defRPr sz="1600" b="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custClrLst>
    <a:custClr name="Orange">
      <a:srgbClr val="FAC337"/>
    </a:custClr>
    <a:custClr name="Rot">
      <a:srgbClr val="9B0000"/>
    </a:custClr>
    <a:custClr name="Türkis-Blau">
      <a:srgbClr val="007DC8"/>
    </a:custClr>
    <a:custClr name="Grün">
      <a:srgbClr val="B4CD32"/>
    </a:custClr>
    <a:custClr name="RGB 0/155/155">
      <a:srgbClr val="009B9B"/>
    </a:custClr>
    <a:custClr name="Türkis-Grün hell">
      <a:srgbClr val="C8EBDC"/>
    </a:custClr>
    <a:custClr name="Violett">
      <a:srgbClr val="6E2864"/>
    </a:custClr>
    <a:custClr name="Pink">
      <a:srgbClr val="FF008C"/>
    </a:custClr>
    <a:custClr name="Textmarker-Gelb">
      <a:srgbClr val="FFFF00"/>
    </a:custClr>
  </a:custClrLst>
  <a:extLst>
    <a:ext uri="{05A4C25C-085E-4340-85A3-A5531E510DB2}">
      <thm15:themeFamily xmlns:thm15="http://schemas.microsoft.com/office/thememl/2012/main" name="A_englisch.potx" id="{60777013-A92C-4B54-9DDA-6A34DE621489}" vid="{A5A63733-9BCD-46DB-8DFF-36441188C09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66366095-a18c-4cb3-a1ea-2fdfefee6388" ContentTypeId="0x0101" PreviousValue="false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anguag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1492122497CA4FAA26CBE87F271328" ma:contentTypeVersion="1" ma:contentTypeDescription="Create a new document." ma:contentTypeScope="" ma:versionID="e9f9918e8823961dccacc6ab99440758">
  <xsd:schema xmlns:xsd="http://www.w3.org/2001/XMLSchema" xmlns:xs="http://www.w3.org/2001/XMLSchema" xmlns:p="http://schemas.microsoft.com/office/2006/metadata/properties" xmlns:ns1="http://schemas.microsoft.com/sharepoint/v3" xmlns:ns2="fe2f6e1c-eed5-479c-b9e3-24541315acb7" targetNamespace="http://schemas.microsoft.com/office/2006/metadata/properties" ma:root="true" ma:fieldsID="81384155c07d7edf820f07bbd1fb7e75" ns1:_="" ns2:_="">
    <xsd:import namespace="http://schemas.microsoft.com/sharepoint/v3"/>
    <xsd:import namespace="fe2f6e1c-eed5-479c-b9e3-24541315acb7"/>
    <xsd:element name="properties">
      <xsd:complexType>
        <xsd:sequence>
          <xsd:element name="documentManagement">
            <xsd:complexType>
              <xsd:all>
                <xsd:element ref="ns1:Language" minOccurs="0"/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Language" ma:index="8" nillable="true" ma:displayName="Language" ma:format="Dropdown" ma:internalName="Language">
      <xsd:simpleType>
        <xsd:restriction base="dms:Choice">
          <xsd:enumeration value="Arabic (Saudi Arabia)"/>
          <xsd:enumeration value="Bulgarian (Bulgaria)"/>
          <xsd:enumeration value="Chinese (Hong Kong S.A.R.)"/>
          <xsd:enumeration value="Chinese (People's Republic of China)"/>
          <xsd:enumeration value="Chinese (Taiwan)"/>
          <xsd:enumeration value="Croatian (Croatia)"/>
          <xsd:enumeration value="Czech (Czech Republic)"/>
          <xsd:enumeration value="Danish (Denmark)"/>
          <xsd:enumeration value="Dutch (Netherlands)"/>
          <xsd:enumeration value="English"/>
          <xsd:enumeration value="Estonian (Estonia)"/>
          <xsd:enumeration value="Finnish (Finland)"/>
          <xsd:enumeration value="French (France)"/>
          <xsd:enumeration value="German (Germany)"/>
          <xsd:enumeration value="Greek (Greece)"/>
          <xsd:enumeration value="Hebrew (Israel)"/>
          <xsd:enumeration value="Hindi (India)"/>
          <xsd:enumeration value="Hungarian (Hungary)"/>
          <xsd:enumeration value="Indonesian (Indonesia)"/>
          <xsd:enumeration value="Italian (Italy)"/>
          <xsd:enumeration value="Japanese (Japan)"/>
          <xsd:enumeration value="Korean (Korea)"/>
          <xsd:enumeration value="Latvian (Latvia)"/>
          <xsd:enumeration value="Lithuanian (Lithuania)"/>
          <xsd:enumeration value="Malay (Malaysia)"/>
          <xsd:enumeration value="Norwegian (Bokmal) (Norway)"/>
          <xsd:enumeration value="Polish (Poland)"/>
          <xsd:enumeration value="Portuguese (Brazil)"/>
          <xsd:enumeration value="Portuguese (Portugal)"/>
          <xsd:enumeration value="Romanian (Romania)"/>
          <xsd:enumeration value="Russian (Russia)"/>
          <xsd:enumeration value="Serbian (Latin) (Serbia)"/>
          <xsd:enumeration value="Slovak (Slovakia)"/>
          <xsd:enumeration value="Slovenian (Slovenia)"/>
          <xsd:enumeration value="Spanish (Spain)"/>
          <xsd:enumeration value="Swedish (Sweden)"/>
          <xsd:enumeration value="Thai (Thailand)"/>
          <xsd:enumeration value="Turkish (Turkey)"/>
          <xsd:enumeration value="Ukrainian (Ukraine)"/>
          <xsd:enumeration value="Urdu (Islamic Republic of Pakistan)"/>
          <xsd:enumeration value="Vietnamese (Vietnam)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e2f6e1c-eed5-479c-b9e3-24541315acb7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803BD61-9464-488F-928B-C99FAFEDD614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224679B6-BAAF-42AA-A041-99D1082FBB18}">
  <ds:schemaRefs>
    <ds:schemaRef ds:uri="http://purl.org/dc/dcmitype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2006/metadata/properties"/>
    <ds:schemaRef ds:uri="fe2f6e1c-eed5-479c-b9e3-24541315acb7"/>
    <ds:schemaRef ds:uri="http://schemas.microsoft.com/sharepoint/v3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1250116-2818-446B-AD9E-6A20049BF2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e2f6e1c-eed5-479c-b9e3-24541315ac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B2996D40-5EDC-4DBF-9B52-0DFA6D2BBC8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A_englisch</Template>
  <TotalTime>3092</TotalTime>
  <Words>1143</Words>
  <Application>Microsoft Office PowerPoint</Application>
  <PresentationFormat>Widescreen</PresentationFormat>
  <Paragraphs>237</Paragraphs>
  <Slides>16</Slides>
  <Notes>15</Notes>
  <HiddenSlides>0</HiddenSlides>
  <MMClips>2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Inter</vt:lpstr>
      <vt:lpstr>Inter Medium</vt:lpstr>
      <vt:lpstr>Lucida Sans Unicode</vt:lpstr>
      <vt:lpstr>Poppins SemiBold</vt:lpstr>
      <vt:lpstr>Wingdings</vt:lpstr>
      <vt:lpstr>KAE Design English</vt:lpstr>
      <vt:lpstr>think-cell Folie</vt:lpstr>
      <vt:lpstr>Automation of Data Flow from Volkswagen BEON to SAP DocuLink</vt:lpstr>
      <vt:lpstr>Project overview</vt:lpstr>
      <vt:lpstr>Before Automation: The Manual Workflow</vt:lpstr>
      <vt:lpstr>Technologies &amp; RPA</vt:lpstr>
      <vt:lpstr>Proposed Solution</vt:lpstr>
      <vt:lpstr>Automation 1 – PDF -&gt; Excel</vt:lpstr>
      <vt:lpstr>Excel and Human Verification</vt:lpstr>
      <vt:lpstr>Automation 2 – Excel -&gt; SAP Doculink</vt:lpstr>
      <vt:lpstr>Before vs. After</vt:lpstr>
      <vt:lpstr>Results</vt:lpstr>
      <vt:lpstr>Financial impact – Estimated Labor Cost Saving</vt:lpstr>
      <vt:lpstr>Scalability</vt:lpstr>
      <vt:lpstr>Future Applications</vt:lpstr>
      <vt:lpstr>Project Development and Mentorship</vt:lpstr>
      <vt:lpstr>Conclusion</vt:lpstr>
      <vt:lpstr>PowerPoint Presentation</vt:lpstr>
    </vt:vector>
  </TitlesOfParts>
  <Company>KOSTAL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Baloski, Goce</dc:creator>
  <cp:lastModifiedBy>Microsoft account</cp:lastModifiedBy>
  <cp:revision>159</cp:revision>
  <dcterms:created xsi:type="dcterms:W3CDTF">2022-08-18T11:59:17Z</dcterms:created>
  <dcterms:modified xsi:type="dcterms:W3CDTF">2026-09-11T08:23:33Z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0x010100C81492122497CA4FAA26CBE87F271328</vt:lpwstr>
  </property>
</Properties>
</file>